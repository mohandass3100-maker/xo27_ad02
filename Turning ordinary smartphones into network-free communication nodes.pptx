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Heavy" charset="1" panose="00000A00000000000000"/>
      <p:regular r:id="rId19"/>
    </p:embeddedFont>
    <p:embeddedFont>
      <p:font typeface="Inter Medium" charset="1" panose="02000503000000020004"/>
      <p:regular r:id="rId20"/>
    </p:embeddedFont>
    <p:embeddedFont>
      <p:font typeface="Montserrat Ultra-Bold" charset="1" panose="00000900000000000000"/>
      <p:regular r:id="rId21"/>
    </p:embeddedFont>
    <p:embeddedFont>
      <p:font typeface="Inter Bold" charset="1" panose="02000503000000020004"/>
      <p:regular r:id="rId22"/>
    </p:embeddedFont>
    <p:embeddedFont>
      <p:font typeface="Montserrat Medium" charset="1" panose="00000600000000000000"/>
      <p:regular r:id="rId23"/>
    </p:embeddedFont>
    <p:embeddedFont>
      <p:font typeface="Poppins Ultra-Bold" charset="1" panose="00000900000000000000"/>
      <p:regular r:id="rId24"/>
    </p:embeddedFont>
    <p:embeddedFont>
      <p:font typeface="Poppins" charset="1" panose="00000500000000000000"/>
      <p:regular r:id="rId25"/>
    </p:embeddedFont>
    <p:embeddedFont>
      <p:font typeface="Poppins Bold" charset="1" panose="00000800000000000000"/>
      <p:regular r:id="rId26"/>
    </p:embeddedFont>
    <p:embeddedFont>
      <p:font typeface="Arimo" charset="1" panose="020B0604020202020204"/>
      <p:regular r:id="rId27"/>
    </p:embeddedFont>
    <p:embeddedFont>
      <p:font typeface="Arial" charset="1" panose="020B0604020202020204"/>
      <p:regular r:id="rId28"/>
    </p:embeddedFont>
    <p:embeddedFont>
      <p:font typeface="Poppins Semi-Bold" charset="1" panose="00000700000000000000"/>
      <p:regular r:id="rId29"/>
    </p:embeddedFont>
    <p:embeddedFont>
      <p:font typeface="Poppins Medium" charset="1" panose="000006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sv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17" Target="../media/image23.png" Type="http://schemas.openxmlformats.org/officeDocument/2006/relationships/image"/><Relationship Id="rId18" Target="../media/image24.svg" Type="http://schemas.openxmlformats.org/officeDocument/2006/relationships/image"/><Relationship Id="rId19" Target="../media/image25.png" Type="http://schemas.openxmlformats.org/officeDocument/2006/relationships/image"/><Relationship Id="rId2" Target="../media/image8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28.png" Type="http://schemas.openxmlformats.org/officeDocument/2006/relationships/image"/><Relationship Id="rId23" Target="../media/image29.png" Type="http://schemas.openxmlformats.org/officeDocument/2006/relationships/image"/><Relationship Id="rId24" Target="../media/image30.svg" Type="http://schemas.openxmlformats.org/officeDocument/2006/relationships/image"/><Relationship Id="rId25" Target="../media/image31.png" Type="http://schemas.openxmlformats.org/officeDocument/2006/relationships/image"/><Relationship Id="rId26" Target="../media/image32.svg" Type="http://schemas.openxmlformats.org/officeDocument/2006/relationships/image"/><Relationship Id="rId27" Target="../media/image33.png" Type="http://schemas.openxmlformats.org/officeDocument/2006/relationships/image"/><Relationship Id="rId28" Target="../media/image34.svg" Type="http://schemas.openxmlformats.org/officeDocument/2006/relationships/image"/><Relationship Id="rId29" Target="../media/image35.png" Type="http://schemas.openxmlformats.org/officeDocument/2006/relationships/image"/><Relationship Id="rId3" Target="../media/image9.svg" Type="http://schemas.openxmlformats.org/officeDocument/2006/relationships/image"/><Relationship Id="rId30" Target="../media/image36.svg" Type="http://schemas.openxmlformats.org/officeDocument/2006/relationships/image"/><Relationship Id="rId31" Target="../media/image37.png" Type="http://schemas.openxmlformats.org/officeDocument/2006/relationships/image"/><Relationship Id="rId32" Target="../media/image38.svg" Type="http://schemas.openxmlformats.org/officeDocument/2006/relationships/image"/><Relationship Id="rId33" Target="../media/image39.svg" Type="http://schemas.openxmlformats.org/officeDocument/2006/relationships/image"/><Relationship Id="rId34" Target="../media/image40.png" Type="http://schemas.openxmlformats.org/officeDocument/2006/relationships/image"/><Relationship Id="rId35" Target="../media/image41.svg" Type="http://schemas.openxmlformats.org/officeDocument/2006/relationships/image"/><Relationship Id="rId36" Target="../media/image42.svg" Type="http://schemas.openxmlformats.org/officeDocument/2006/relationships/image"/><Relationship Id="rId37" Target="../media/image43.png" Type="http://schemas.openxmlformats.org/officeDocument/2006/relationships/image"/><Relationship Id="rId38" Target="../media/image44.svg" Type="http://schemas.openxmlformats.org/officeDocument/2006/relationships/image"/><Relationship Id="rId39" Target="../media/image45.svg" Type="http://schemas.openxmlformats.org/officeDocument/2006/relationships/image"/><Relationship Id="rId4" Target="../media/image10.jpeg" Type="http://schemas.openxmlformats.org/officeDocument/2006/relationships/image"/><Relationship Id="rId40" Target="../media/image46.svg" Type="http://schemas.openxmlformats.org/officeDocument/2006/relationships/image"/><Relationship Id="rId41" Target="../media/image47.svg" Type="http://schemas.openxmlformats.org/officeDocument/2006/relationships/image"/><Relationship Id="rId42" Target="../media/image48.svg" Type="http://schemas.openxmlformats.org/officeDocument/2006/relationships/image"/><Relationship Id="rId43" Target="../media/image49.png" Type="http://schemas.openxmlformats.org/officeDocument/2006/relationships/image"/><Relationship Id="rId44" Target="../media/image50.png" Type="http://schemas.openxmlformats.org/officeDocument/2006/relationships/image"/><Relationship Id="rId45" Target="../media/image51.png" Type="http://schemas.openxmlformats.org/officeDocument/2006/relationships/image"/><Relationship Id="rId46" Target="../media/image52.svg" Type="http://schemas.openxmlformats.org/officeDocument/2006/relationships/image"/><Relationship Id="rId47" Target="../media/image53.png" Type="http://schemas.openxmlformats.org/officeDocument/2006/relationships/image"/><Relationship Id="rId48" Target="../media/image54.svg" Type="http://schemas.openxmlformats.org/officeDocument/2006/relationships/image"/><Relationship Id="rId49" Target="../media/image55.png" Type="http://schemas.openxmlformats.org/officeDocument/2006/relationships/image"/><Relationship Id="rId5" Target="../media/image11.png" Type="http://schemas.openxmlformats.org/officeDocument/2006/relationships/image"/><Relationship Id="rId50" Target="../media/image56.png" Type="http://schemas.openxmlformats.org/officeDocument/2006/relationships/image"/><Relationship Id="rId51" Target="../media/image57.svg" Type="http://schemas.openxmlformats.org/officeDocument/2006/relationships/image"/><Relationship Id="rId52" Target="../media/image58.png" Type="http://schemas.openxmlformats.org/officeDocument/2006/relationships/image"/><Relationship Id="rId53" Target="../media/image59.sv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15" Target="../media/image72.svg" Type="http://schemas.openxmlformats.org/officeDocument/2006/relationships/image"/><Relationship Id="rId16" Target="../media/image73.png" Type="http://schemas.openxmlformats.org/officeDocument/2006/relationships/image"/><Relationship Id="rId17" Target="../media/image74.svg" Type="http://schemas.openxmlformats.org/officeDocument/2006/relationships/image"/><Relationship Id="rId18" Target="../media/image75.png" Type="http://schemas.openxmlformats.org/officeDocument/2006/relationships/image"/><Relationship Id="rId19" Target="../media/image76.svg" Type="http://schemas.openxmlformats.org/officeDocument/2006/relationships/image"/><Relationship Id="rId2" Target="../media/image8.png" Type="http://schemas.openxmlformats.org/officeDocument/2006/relationships/image"/><Relationship Id="rId20" Target="../media/image77.svg" Type="http://schemas.openxmlformats.org/officeDocument/2006/relationships/image"/><Relationship Id="rId21" Target="../media/image78.png" Type="http://schemas.openxmlformats.org/officeDocument/2006/relationships/image"/><Relationship Id="rId22" Target="../media/image79.svg" Type="http://schemas.openxmlformats.org/officeDocument/2006/relationships/image"/><Relationship Id="rId23" Target="../media/image80.png" Type="http://schemas.openxmlformats.org/officeDocument/2006/relationships/image"/><Relationship Id="rId24" Target="../media/image81.svg" Type="http://schemas.openxmlformats.org/officeDocument/2006/relationships/image"/><Relationship Id="rId25" Target="../media/image82.png" Type="http://schemas.openxmlformats.org/officeDocument/2006/relationships/image"/><Relationship Id="rId26" Target="../media/image83.png" Type="http://schemas.openxmlformats.org/officeDocument/2006/relationships/image"/><Relationship Id="rId27" Target="../media/image84.svg" Type="http://schemas.openxmlformats.org/officeDocument/2006/relationships/image"/><Relationship Id="rId28" Target="../media/image85.png" Type="http://schemas.openxmlformats.org/officeDocument/2006/relationships/image"/><Relationship Id="rId29" Target="../media/image86.svg" Type="http://schemas.openxmlformats.org/officeDocument/2006/relationships/image"/><Relationship Id="rId3" Target="../media/image9.svg" Type="http://schemas.openxmlformats.org/officeDocument/2006/relationships/image"/><Relationship Id="rId30" Target="../media/image87.png" Type="http://schemas.openxmlformats.org/officeDocument/2006/relationships/image"/><Relationship Id="rId31" Target="../media/image88.svg" Type="http://schemas.openxmlformats.org/officeDocument/2006/relationships/image"/><Relationship Id="rId32" Target="../media/image89.png" Type="http://schemas.openxmlformats.org/officeDocument/2006/relationships/image"/><Relationship Id="rId33" Target="../media/image90.png" Type="http://schemas.openxmlformats.org/officeDocument/2006/relationships/image"/><Relationship Id="rId34" Target="../media/image91.svg" Type="http://schemas.openxmlformats.org/officeDocument/2006/relationships/image"/><Relationship Id="rId35" Target="../media/image92.png" Type="http://schemas.openxmlformats.org/officeDocument/2006/relationships/image"/><Relationship Id="rId36" Target="../media/image93.png" Type="http://schemas.openxmlformats.org/officeDocument/2006/relationships/image"/><Relationship Id="rId37" Target="../media/image94.svg" Type="http://schemas.openxmlformats.org/officeDocument/2006/relationships/image"/><Relationship Id="rId38" Target="../media/image95.png" Type="http://schemas.openxmlformats.org/officeDocument/2006/relationships/image"/><Relationship Id="rId39" Target="../media/image96.svg" Type="http://schemas.openxmlformats.org/officeDocument/2006/relationships/image"/><Relationship Id="rId4" Target="../media/image61.jpe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svg" Type="http://schemas.openxmlformats.org/officeDocument/2006/relationships/image"/><Relationship Id="rId12" Target="../media/image105.png" Type="http://schemas.openxmlformats.org/officeDocument/2006/relationships/image"/><Relationship Id="rId13" Target="../media/image106.png" Type="http://schemas.openxmlformats.org/officeDocument/2006/relationships/image"/><Relationship Id="rId14" Target="../media/image107.svg" Type="http://schemas.openxmlformats.org/officeDocument/2006/relationships/image"/><Relationship Id="rId15" Target="../media/image108.png" Type="http://schemas.openxmlformats.org/officeDocument/2006/relationships/image"/><Relationship Id="rId16" Target="../media/image109.png" Type="http://schemas.openxmlformats.org/officeDocument/2006/relationships/image"/><Relationship Id="rId17" Target="../media/image110.svg" Type="http://schemas.openxmlformats.org/officeDocument/2006/relationships/image"/><Relationship Id="rId18" Target="../media/image111.png" Type="http://schemas.openxmlformats.org/officeDocument/2006/relationships/image"/><Relationship Id="rId19" Target="../media/image112.png" Type="http://schemas.openxmlformats.org/officeDocument/2006/relationships/image"/><Relationship Id="rId2" Target="../media/image8.png" Type="http://schemas.openxmlformats.org/officeDocument/2006/relationships/image"/><Relationship Id="rId20" Target="../media/image113.svg" Type="http://schemas.openxmlformats.org/officeDocument/2006/relationships/image"/><Relationship Id="rId21" Target="../media/image114.png" Type="http://schemas.openxmlformats.org/officeDocument/2006/relationships/image"/><Relationship Id="rId22" Target="../media/image115.png" Type="http://schemas.openxmlformats.org/officeDocument/2006/relationships/image"/><Relationship Id="rId23" Target="../media/image116.svg" Type="http://schemas.openxmlformats.org/officeDocument/2006/relationships/image"/><Relationship Id="rId24" Target="../media/image117.png" Type="http://schemas.openxmlformats.org/officeDocument/2006/relationships/image"/><Relationship Id="rId25" Target="../media/image118.png" Type="http://schemas.openxmlformats.org/officeDocument/2006/relationships/image"/><Relationship Id="rId26" Target="../media/image119.svg" Type="http://schemas.openxmlformats.org/officeDocument/2006/relationships/image"/><Relationship Id="rId27" Target="../media/image120.png" Type="http://schemas.openxmlformats.org/officeDocument/2006/relationships/image"/><Relationship Id="rId28" Target="../media/image121.png" Type="http://schemas.openxmlformats.org/officeDocument/2006/relationships/image"/><Relationship Id="rId29" Target="../media/image122.svg" Type="http://schemas.openxmlformats.org/officeDocument/2006/relationships/image"/><Relationship Id="rId3" Target="../media/image9.svg" Type="http://schemas.openxmlformats.org/officeDocument/2006/relationships/image"/><Relationship Id="rId30" Target="../media/image123.png" Type="http://schemas.openxmlformats.org/officeDocument/2006/relationships/image"/><Relationship Id="rId31" Target="../media/image124.svg" Type="http://schemas.openxmlformats.org/officeDocument/2006/relationships/image"/><Relationship Id="rId32" Target="../media/image125.svg" Type="http://schemas.openxmlformats.org/officeDocument/2006/relationships/image"/><Relationship Id="rId33" Target="../media/image126.png" Type="http://schemas.openxmlformats.org/officeDocument/2006/relationships/image"/><Relationship Id="rId34" Target="../media/image127.svg" Type="http://schemas.openxmlformats.org/officeDocument/2006/relationships/image"/><Relationship Id="rId35" Target="../media/image128.png" Type="http://schemas.openxmlformats.org/officeDocument/2006/relationships/image"/><Relationship Id="rId36" Target="../media/image129.svg" Type="http://schemas.openxmlformats.org/officeDocument/2006/relationships/image"/><Relationship Id="rId37" Target="../media/image130.svg" Type="http://schemas.openxmlformats.org/officeDocument/2006/relationships/image"/><Relationship Id="rId38" Target="../media/image131.svg" Type="http://schemas.openxmlformats.org/officeDocument/2006/relationships/image"/><Relationship Id="rId39" Target="../media/image132.png" Type="http://schemas.openxmlformats.org/officeDocument/2006/relationships/image"/><Relationship Id="rId4" Target="../media/image97.jpeg" Type="http://schemas.openxmlformats.org/officeDocument/2006/relationships/image"/><Relationship Id="rId40" Target="../media/image133.svg" Type="http://schemas.openxmlformats.org/officeDocument/2006/relationships/image"/><Relationship Id="rId41" Target="../media/image134.svg" Type="http://schemas.openxmlformats.org/officeDocument/2006/relationships/image"/><Relationship Id="rId42" Target="../media/image135.png" Type="http://schemas.openxmlformats.org/officeDocument/2006/relationships/image"/><Relationship Id="rId43" Target="../media/image136.svg" Type="http://schemas.openxmlformats.org/officeDocument/2006/relationships/image"/><Relationship Id="rId44" Target="../media/image137.svg" Type="http://schemas.openxmlformats.org/officeDocument/2006/relationships/image"/><Relationship Id="rId45" Target="../media/image138.svg" Type="http://schemas.openxmlformats.org/officeDocument/2006/relationships/image"/><Relationship Id="rId46" Target="../media/image93.png" Type="http://schemas.openxmlformats.org/officeDocument/2006/relationships/image"/><Relationship Id="rId47" Target="../media/image139.svg" Type="http://schemas.openxmlformats.org/officeDocument/2006/relationships/image"/><Relationship Id="rId48" Target="../media/image95.png" Type="http://schemas.openxmlformats.org/officeDocument/2006/relationships/image"/><Relationship Id="rId49" Target="../media/image140.svg" Type="http://schemas.openxmlformats.org/officeDocument/2006/relationships/image"/><Relationship Id="rId5" Target="../media/image98.png" Type="http://schemas.openxmlformats.org/officeDocument/2006/relationships/image"/><Relationship Id="rId50" Target="../media/image141.png" Type="http://schemas.openxmlformats.org/officeDocument/2006/relationships/image"/><Relationship Id="rId51" Target="../media/image142.svg" Type="http://schemas.openxmlformats.org/officeDocument/2006/relationships/image"/><Relationship Id="rId6" Target="../media/image99.svg" Type="http://schemas.openxmlformats.org/officeDocument/2006/relationships/image"/><Relationship Id="rId7" Target="../media/image100.png" Type="http://schemas.openxmlformats.org/officeDocument/2006/relationships/image"/><Relationship Id="rId8" Target="../media/image101.sv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2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3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4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5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6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7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12192000" cy="6858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2362200"/>
            <a:ext cx="18288000" cy="990600"/>
          </a:xfrm>
          <a:custGeom>
            <a:avLst/>
            <a:gdLst/>
            <a:ahLst/>
            <a:cxnLst/>
            <a:rect r="r" b="b" t="t" l="l"/>
            <a:pathLst>
              <a:path h="990600" w="18288000">
                <a:moveTo>
                  <a:pt x="0" y="0"/>
                </a:moveTo>
                <a:lnTo>
                  <a:pt x="18288000" y="0"/>
                </a:lnTo>
                <a:lnTo>
                  <a:pt x="182880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2362200"/>
            <a:ext cx="18288000" cy="990600"/>
            <a:chOff x="0" y="0"/>
            <a:chExt cx="12192000" cy="66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60400"/>
            </a:xfrm>
            <a:custGeom>
              <a:avLst/>
              <a:gdLst/>
              <a:ahLst/>
              <a:cxnLst/>
              <a:rect r="r" b="b" t="t" l="l"/>
              <a:pathLst>
                <a:path h="6604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2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6743700"/>
            <a:ext cx="18288000" cy="990600"/>
          </a:xfrm>
          <a:custGeom>
            <a:avLst/>
            <a:gdLst/>
            <a:ahLst/>
            <a:cxnLst/>
            <a:rect r="r" b="b" t="t" l="l"/>
            <a:pathLst>
              <a:path h="990600" w="18288000">
                <a:moveTo>
                  <a:pt x="0" y="0"/>
                </a:moveTo>
                <a:lnTo>
                  <a:pt x="18288000" y="0"/>
                </a:lnTo>
                <a:lnTo>
                  <a:pt x="182880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6743700"/>
            <a:ext cx="18288000" cy="990600"/>
            <a:chOff x="0" y="0"/>
            <a:chExt cx="12192000" cy="660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0" cy="660400"/>
            </a:xfrm>
            <a:custGeom>
              <a:avLst/>
              <a:gdLst/>
              <a:ahLst/>
              <a:cxnLst/>
              <a:rect r="r" b="b" t="t" l="l"/>
              <a:pathLst>
                <a:path h="6604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2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276475" y="0"/>
            <a:ext cx="19202" cy="10191598"/>
          </a:xfrm>
          <a:custGeom>
            <a:avLst/>
            <a:gdLst/>
            <a:ahLst/>
            <a:cxnLst/>
            <a:rect r="r" b="b" t="t" l="l"/>
            <a:pathLst>
              <a:path h="10191598" w="19202">
                <a:moveTo>
                  <a:pt x="0" y="0"/>
                </a:moveTo>
                <a:lnTo>
                  <a:pt x="19202" y="0"/>
                </a:lnTo>
                <a:lnTo>
                  <a:pt x="19202" y="10191598"/>
                </a:lnTo>
                <a:lnTo>
                  <a:pt x="0" y="10191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276475" y="0"/>
            <a:ext cx="19202" cy="10191598"/>
            <a:chOff x="0" y="0"/>
            <a:chExt cx="12802" cy="67943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7" cy="6794373"/>
            </a:xfrm>
            <a:custGeom>
              <a:avLst/>
              <a:gdLst/>
              <a:ahLst/>
              <a:cxnLst/>
              <a:rect r="r" b="b" t="t" l="l"/>
              <a:pathLst>
                <a:path h="6794373" w="12827">
                  <a:moveTo>
                    <a:pt x="0" y="0"/>
                  </a:moveTo>
                  <a:lnTo>
                    <a:pt x="12827" y="0"/>
                  </a:lnTo>
                  <a:lnTo>
                    <a:pt x="12827" y="6794373"/>
                  </a:lnTo>
                  <a:lnTo>
                    <a:pt x="0" y="679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198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134475" y="0"/>
            <a:ext cx="19202" cy="10191598"/>
          </a:xfrm>
          <a:custGeom>
            <a:avLst/>
            <a:gdLst/>
            <a:ahLst/>
            <a:cxnLst/>
            <a:rect r="r" b="b" t="t" l="l"/>
            <a:pathLst>
              <a:path h="10191598" w="19202">
                <a:moveTo>
                  <a:pt x="0" y="0"/>
                </a:moveTo>
                <a:lnTo>
                  <a:pt x="19202" y="0"/>
                </a:lnTo>
                <a:lnTo>
                  <a:pt x="19202" y="10191598"/>
                </a:lnTo>
                <a:lnTo>
                  <a:pt x="0" y="10191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92475" y="0"/>
            <a:ext cx="19202" cy="10191598"/>
          </a:xfrm>
          <a:custGeom>
            <a:avLst/>
            <a:gdLst/>
            <a:ahLst/>
            <a:cxnLst/>
            <a:rect r="r" b="b" t="t" l="l"/>
            <a:pathLst>
              <a:path h="10191598" w="19202">
                <a:moveTo>
                  <a:pt x="0" y="0"/>
                </a:moveTo>
                <a:lnTo>
                  <a:pt x="19202" y="0"/>
                </a:lnTo>
                <a:lnTo>
                  <a:pt x="19202" y="10191598"/>
                </a:lnTo>
                <a:lnTo>
                  <a:pt x="0" y="10191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134475" y="0"/>
            <a:ext cx="19202" cy="10191598"/>
            <a:chOff x="0" y="0"/>
            <a:chExt cx="12802" cy="67943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27" cy="6794373"/>
            </a:xfrm>
            <a:custGeom>
              <a:avLst/>
              <a:gdLst/>
              <a:ahLst/>
              <a:cxnLst/>
              <a:rect r="r" b="b" t="t" l="l"/>
              <a:pathLst>
                <a:path h="6794373" w="12827">
                  <a:moveTo>
                    <a:pt x="0" y="0"/>
                  </a:moveTo>
                  <a:lnTo>
                    <a:pt x="12827" y="0"/>
                  </a:lnTo>
                  <a:lnTo>
                    <a:pt x="12827" y="6794373"/>
                  </a:lnTo>
                  <a:lnTo>
                    <a:pt x="0" y="679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198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992475" y="0"/>
            <a:ext cx="19202" cy="10191598"/>
            <a:chOff x="0" y="0"/>
            <a:chExt cx="12802" cy="67943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27" cy="6794373"/>
            </a:xfrm>
            <a:custGeom>
              <a:avLst/>
              <a:gdLst/>
              <a:ahLst/>
              <a:cxnLst/>
              <a:rect r="r" b="b" t="t" l="l"/>
              <a:pathLst>
                <a:path h="6794373" w="12827">
                  <a:moveTo>
                    <a:pt x="0" y="0"/>
                  </a:moveTo>
                  <a:lnTo>
                    <a:pt x="12827" y="0"/>
                  </a:lnTo>
                  <a:lnTo>
                    <a:pt x="12827" y="6794373"/>
                  </a:lnTo>
                  <a:lnTo>
                    <a:pt x="0" y="679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198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825494" y="421634"/>
            <a:ext cx="6470009" cy="1236555"/>
          </a:xfrm>
          <a:custGeom>
            <a:avLst/>
            <a:gdLst/>
            <a:ahLst/>
            <a:cxnLst/>
            <a:rect r="r" b="b" t="t" l="l"/>
            <a:pathLst>
              <a:path h="1236555" w="6470009">
                <a:moveTo>
                  <a:pt x="0" y="0"/>
                </a:moveTo>
                <a:lnTo>
                  <a:pt x="6470008" y="0"/>
                </a:lnTo>
                <a:lnTo>
                  <a:pt x="6470008" y="1236554"/>
                </a:lnTo>
                <a:lnTo>
                  <a:pt x="0" y="123655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5969" y="2054219"/>
            <a:ext cx="16656044" cy="3168644"/>
          </a:xfrm>
          <a:custGeom>
            <a:avLst/>
            <a:gdLst/>
            <a:ahLst/>
            <a:cxnLst/>
            <a:rect r="r" b="b" t="t" l="l"/>
            <a:pathLst>
              <a:path h="3168644" w="16656044">
                <a:moveTo>
                  <a:pt x="0" y="0"/>
                </a:moveTo>
                <a:lnTo>
                  <a:pt x="16656043" y="0"/>
                </a:lnTo>
                <a:lnTo>
                  <a:pt x="16656043" y="3168643"/>
                </a:lnTo>
                <a:lnTo>
                  <a:pt x="0" y="316864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4076700" y="3295650"/>
            <a:ext cx="304800" cy="38405"/>
            <a:chOff x="0" y="0"/>
            <a:chExt cx="203200" cy="256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5654"/>
            </a:xfrm>
            <a:custGeom>
              <a:avLst/>
              <a:gdLst/>
              <a:ahLst/>
              <a:cxnLst/>
              <a:rect r="r" b="b" t="t" l="l"/>
              <a:pathLst>
                <a:path h="2565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198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377944" y="2778119"/>
            <a:ext cx="15532398" cy="1978323"/>
          </a:xfrm>
          <a:custGeom>
            <a:avLst/>
            <a:gdLst/>
            <a:ahLst/>
            <a:cxnLst/>
            <a:rect r="r" b="b" t="t" l="l"/>
            <a:pathLst>
              <a:path h="1978323" w="15532398">
                <a:moveTo>
                  <a:pt x="0" y="0"/>
                </a:moveTo>
                <a:lnTo>
                  <a:pt x="15532398" y="0"/>
                </a:lnTo>
                <a:lnTo>
                  <a:pt x="15532398" y="1978323"/>
                </a:lnTo>
                <a:lnTo>
                  <a:pt x="0" y="197832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504950" y="3295650"/>
            <a:ext cx="15278405" cy="1333805"/>
            <a:chOff x="0" y="0"/>
            <a:chExt cx="10185603" cy="8892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85654" cy="889254"/>
            </a:xfrm>
            <a:custGeom>
              <a:avLst/>
              <a:gdLst/>
              <a:ahLst/>
              <a:cxnLst/>
              <a:rect r="r" b="b" t="t" l="l"/>
              <a:pathLst>
                <a:path h="889254" w="10185654">
                  <a:moveTo>
                    <a:pt x="0" y="0"/>
                  </a:moveTo>
                  <a:lnTo>
                    <a:pt x="10185654" y="0"/>
                  </a:lnTo>
                  <a:lnTo>
                    <a:pt x="10185654" y="889254"/>
                  </a:lnTo>
                  <a:lnTo>
                    <a:pt x="0" y="889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5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873244" y="4073519"/>
            <a:ext cx="10750544" cy="1073448"/>
          </a:xfrm>
          <a:custGeom>
            <a:avLst/>
            <a:gdLst/>
            <a:ahLst/>
            <a:cxnLst/>
            <a:rect r="r" b="b" t="t" l="l"/>
            <a:pathLst>
              <a:path h="1073448" w="10750544">
                <a:moveTo>
                  <a:pt x="0" y="0"/>
                </a:moveTo>
                <a:lnTo>
                  <a:pt x="10750543" y="0"/>
                </a:lnTo>
                <a:lnTo>
                  <a:pt x="10750543" y="1073448"/>
                </a:lnTo>
                <a:lnTo>
                  <a:pt x="0" y="107344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2192000" y="4591050"/>
            <a:ext cx="304800" cy="38405"/>
            <a:chOff x="0" y="0"/>
            <a:chExt cx="203200" cy="256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200" cy="25654"/>
            </a:xfrm>
            <a:custGeom>
              <a:avLst/>
              <a:gdLst/>
              <a:ahLst/>
              <a:cxnLst/>
              <a:rect r="r" b="b" t="t" l="l"/>
              <a:pathLst>
                <a:path h="2565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198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815969" y="5330819"/>
            <a:ext cx="9607848" cy="3740448"/>
          </a:xfrm>
          <a:custGeom>
            <a:avLst/>
            <a:gdLst/>
            <a:ahLst/>
            <a:cxnLst/>
            <a:rect r="r" b="b" t="t" l="l"/>
            <a:pathLst>
              <a:path h="3740448" w="9607848">
                <a:moveTo>
                  <a:pt x="0" y="0"/>
                </a:moveTo>
                <a:lnTo>
                  <a:pt x="9607848" y="0"/>
                </a:lnTo>
                <a:lnTo>
                  <a:pt x="9607848" y="3740448"/>
                </a:lnTo>
                <a:lnTo>
                  <a:pt x="0" y="374044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274544" y="4073519"/>
            <a:ext cx="3101969" cy="1073448"/>
          </a:xfrm>
          <a:custGeom>
            <a:avLst/>
            <a:gdLst/>
            <a:ahLst/>
            <a:cxnLst/>
            <a:rect r="r" b="b" t="t" l="l"/>
            <a:pathLst>
              <a:path h="1073448" w="3101969">
                <a:moveTo>
                  <a:pt x="0" y="0"/>
                </a:moveTo>
                <a:lnTo>
                  <a:pt x="3101968" y="0"/>
                </a:lnTo>
                <a:lnTo>
                  <a:pt x="3101968" y="1073448"/>
                </a:lnTo>
                <a:lnTo>
                  <a:pt x="0" y="107344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33500" y="6267450"/>
            <a:ext cx="2590800" cy="914400"/>
          </a:xfrm>
          <a:custGeom>
            <a:avLst/>
            <a:gdLst/>
            <a:ahLst/>
            <a:cxnLst/>
            <a:rect r="r" b="b" t="t" l="l"/>
            <a:pathLst>
              <a:path h="914400" w="2590800">
                <a:moveTo>
                  <a:pt x="0" y="0"/>
                </a:moveTo>
                <a:lnTo>
                  <a:pt x="2590800" y="0"/>
                </a:lnTo>
                <a:lnTo>
                  <a:pt x="2590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295775" y="6257925"/>
            <a:ext cx="2610002" cy="933602"/>
          </a:xfrm>
          <a:custGeom>
            <a:avLst/>
            <a:gdLst/>
            <a:ahLst/>
            <a:cxnLst/>
            <a:rect r="r" b="b" t="t" l="l"/>
            <a:pathLst>
              <a:path h="933602" w="2610002">
                <a:moveTo>
                  <a:pt x="0" y="0"/>
                </a:moveTo>
                <a:lnTo>
                  <a:pt x="2610002" y="0"/>
                </a:lnTo>
                <a:lnTo>
                  <a:pt x="2610002" y="933602"/>
                </a:lnTo>
                <a:lnTo>
                  <a:pt x="0" y="93360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305300" y="6267450"/>
            <a:ext cx="2590800" cy="914400"/>
          </a:xfrm>
          <a:custGeom>
            <a:avLst/>
            <a:gdLst/>
            <a:ahLst/>
            <a:cxnLst/>
            <a:rect r="r" b="b" t="t" l="l"/>
            <a:pathLst>
              <a:path h="914400" w="2590800">
                <a:moveTo>
                  <a:pt x="0" y="0"/>
                </a:moveTo>
                <a:lnTo>
                  <a:pt x="2590800" y="0"/>
                </a:lnTo>
                <a:lnTo>
                  <a:pt x="2590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267575" y="6257925"/>
            <a:ext cx="2647798" cy="933602"/>
          </a:xfrm>
          <a:custGeom>
            <a:avLst/>
            <a:gdLst/>
            <a:ahLst/>
            <a:cxnLst/>
            <a:rect r="r" b="b" t="t" l="l"/>
            <a:pathLst>
              <a:path h="933602" w="2647798">
                <a:moveTo>
                  <a:pt x="0" y="0"/>
                </a:moveTo>
                <a:lnTo>
                  <a:pt x="2647798" y="0"/>
                </a:lnTo>
                <a:lnTo>
                  <a:pt x="2647798" y="933602"/>
                </a:lnTo>
                <a:lnTo>
                  <a:pt x="0" y="93360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23975" y="7400925"/>
            <a:ext cx="2610002" cy="933602"/>
          </a:xfrm>
          <a:custGeom>
            <a:avLst/>
            <a:gdLst/>
            <a:ahLst/>
            <a:cxnLst/>
            <a:rect r="r" b="b" t="t" l="l"/>
            <a:pathLst>
              <a:path h="933602" w="2610002">
                <a:moveTo>
                  <a:pt x="0" y="0"/>
                </a:moveTo>
                <a:lnTo>
                  <a:pt x="2610002" y="0"/>
                </a:lnTo>
                <a:lnTo>
                  <a:pt x="2610002" y="933602"/>
                </a:lnTo>
                <a:lnTo>
                  <a:pt x="0" y="93360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277100" y="6267450"/>
            <a:ext cx="2629205" cy="914400"/>
          </a:xfrm>
          <a:custGeom>
            <a:avLst/>
            <a:gdLst/>
            <a:ahLst/>
            <a:cxnLst/>
            <a:rect r="r" b="b" t="t" l="l"/>
            <a:pathLst>
              <a:path h="914400" w="2629205">
                <a:moveTo>
                  <a:pt x="0" y="0"/>
                </a:moveTo>
                <a:lnTo>
                  <a:pt x="2629205" y="0"/>
                </a:lnTo>
                <a:lnTo>
                  <a:pt x="262920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33500" y="7410450"/>
            <a:ext cx="2590800" cy="914400"/>
          </a:xfrm>
          <a:custGeom>
            <a:avLst/>
            <a:gdLst/>
            <a:ahLst/>
            <a:cxnLst/>
            <a:rect r="r" b="b" t="t" l="l"/>
            <a:pathLst>
              <a:path h="914400" w="2590800">
                <a:moveTo>
                  <a:pt x="0" y="0"/>
                </a:moveTo>
                <a:lnTo>
                  <a:pt x="2590800" y="0"/>
                </a:lnTo>
                <a:lnTo>
                  <a:pt x="2590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295775" y="7400925"/>
            <a:ext cx="2610002" cy="933602"/>
          </a:xfrm>
          <a:custGeom>
            <a:avLst/>
            <a:gdLst/>
            <a:ahLst/>
            <a:cxnLst/>
            <a:rect r="r" b="b" t="t" l="l"/>
            <a:pathLst>
              <a:path h="933602" w="2610002">
                <a:moveTo>
                  <a:pt x="0" y="0"/>
                </a:moveTo>
                <a:lnTo>
                  <a:pt x="2610002" y="0"/>
                </a:lnTo>
                <a:lnTo>
                  <a:pt x="2610002" y="933602"/>
                </a:lnTo>
                <a:lnTo>
                  <a:pt x="0" y="93360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305300" y="7410450"/>
            <a:ext cx="2590800" cy="914400"/>
          </a:xfrm>
          <a:custGeom>
            <a:avLst/>
            <a:gdLst/>
            <a:ahLst/>
            <a:cxnLst/>
            <a:rect r="r" b="b" t="t" l="l"/>
            <a:pathLst>
              <a:path h="914400" w="2590800">
                <a:moveTo>
                  <a:pt x="0" y="0"/>
                </a:moveTo>
                <a:lnTo>
                  <a:pt x="2590800" y="0"/>
                </a:lnTo>
                <a:lnTo>
                  <a:pt x="2590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267575" y="7400925"/>
            <a:ext cx="2647798" cy="933602"/>
          </a:xfrm>
          <a:custGeom>
            <a:avLst/>
            <a:gdLst/>
            <a:ahLst/>
            <a:cxnLst/>
            <a:rect r="r" b="b" t="t" l="l"/>
            <a:pathLst>
              <a:path h="933602" w="2647798">
                <a:moveTo>
                  <a:pt x="0" y="0"/>
                </a:moveTo>
                <a:lnTo>
                  <a:pt x="2647798" y="0"/>
                </a:lnTo>
                <a:lnTo>
                  <a:pt x="2647798" y="933602"/>
                </a:lnTo>
                <a:lnTo>
                  <a:pt x="0" y="93360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323975" y="6257925"/>
            <a:ext cx="2610002" cy="933602"/>
            <a:chOff x="0" y="0"/>
            <a:chExt cx="1740002" cy="6224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40027" cy="622427"/>
            </a:xfrm>
            <a:custGeom>
              <a:avLst/>
              <a:gdLst/>
              <a:ahLst/>
              <a:cxnLst/>
              <a:rect r="r" b="b" t="t" l="l"/>
              <a:pathLst>
                <a:path h="622427" w="1740027">
                  <a:moveTo>
                    <a:pt x="0" y="0"/>
                  </a:moveTo>
                  <a:lnTo>
                    <a:pt x="1740027" y="0"/>
                  </a:lnTo>
                  <a:lnTo>
                    <a:pt x="1740027" y="622427"/>
                  </a:lnTo>
                  <a:lnTo>
                    <a:pt x="0" y="622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1" b="4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295775" y="6257925"/>
            <a:ext cx="2610002" cy="933602"/>
            <a:chOff x="0" y="0"/>
            <a:chExt cx="1740002" cy="62240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40027" cy="622427"/>
            </a:xfrm>
            <a:custGeom>
              <a:avLst/>
              <a:gdLst/>
              <a:ahLst/>
              <a:cxnLst/>
              <a:rect r="r" b="b" t="t" l="l"/>
              <a:pathLst>
                <a:path h="622427" w="1740027">
                  <a:moveTo>
                    <a:pt x="0" y="0"/>
                  </a:moveTo>
                  <a:lnTo>
                    <a:pt x="1740027" y="0"/>
                  </a:lnTo>
                  <a:lnTo>
                    <a:pt x="1740027" y="622427"/>
                  </a:lnTo>
                  <a:lnTo>
                    <a:pt x="0" y="622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1" b="4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67575" y="6257925"/>
            <a:ext cx="2647798" cy="933602"/>
            <a:chOff x="0" y="0"/>
            <a:chExt cx="1765198" cy="62240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65173" cy="622427"/>
            </a:xfrm>
            <a:custGeom>
              <a:avLst/>
              <a:gdLst/>
              <a:ahLst/>
              <a:cxnLst/>
              <a:rect r="r" b="b" t="t" l="l"/>
              <a:pathLst>
                <a:path h="622427" w="1765173">
                  <a:moveTo>
                    <a:pt x="0" y="0"/>
                  </a:moveTo>
                  <a:lnTo>
                    <a:pt x="1765173" y="0"/>
                  </a:lnTo>
                  <a:lnTo>
                    <a:pt x="1765173" y="622427"/>
                  </a:lnTo>
                  <a:lnTo>
                    <a:pt x="0" y="622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 l="0" t="0" r="-1" b="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23975" y="7400925"/>
            <a:ext cx="2610002" cy="933602"/>
            <a:chOff x="0" y="0"/>
            <a:chExt cx="1740002" cy="6224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40027" cy="622427"/>
            </a:xfrm>
            <a:custGeom>
              <a:avLst/>
              <a:gdLst/>
              <a:ahLst/>
              <a:cxnLst/>
              <a:rect r="r" b="b" t="t" l="l"/>
              <a:pathLst>
                <a:path h="622427" w="1740027">
                  <a:moveTo>
                    <a:pt x="0" y="0"/>
                  </a:moveTo>
                  <a:lnTo>
                    <a:pt x="1740027" y="0"/>
                  </a:lnTo>
                  <a:lnTo>
                    <a:pt x="1740027" y="622427"/>
                  </a:lnTo>
                  <a:lnTo>
                    <a:pt x="0" y="622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 l="0" t="0" r="1" b="4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295775" y="7400925"/>
            <a:ext cx="2610002" cy="933602"/>
            <a:chOff x="0" y="0"/>
            <a:chExt cx="1740002" cy="62240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40027" cy="622427"/>
            </a:xfrm>
            <a:custGeom>
              <a:avLst/>
              <a:gdLst/>
              <a:ahLst/>
              <a:cxnLst/>
              <a:rect r="r" b="b" t="t" l="l"/>
              <a:pathLst>
                <a:path h="622427" w="1740027">
                  <a:moveTo>
                    <a:pt x="0" y="0"/>
                  </a:moveTo>
                  <a:lnTo>
                    <a:pt x="1740027" y="0"/>
                  </a:lnTo>
                  <a:lnTo>
                    <a:pt x="1740027" y="622427"/>
                  </a:lnTo>
                  <a:lnTo>
                    <a:pt x="0" y="622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1" b="4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267575" y="7400925"/>
            <a:ext cx="2647798" cy="933602"/>
            <a:chOff x="0" y="0"/>
            <a:chExt cx="1765198" cy="62240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65173" cy="622427"/>
            </a:xfrm>
            <a:custGeom>
              <a:avLst/>
              <a:gdLst/>
              <a:ahLst/>
              <a:cxnLst/>
              <a:rect r="r" b="b" t="t" l="l"/>
              <a:pathLst>
                <a:path h="622427" w="1765173">
                  <a:moveTo>
                    <a:pt x="0" y="0"/>
                  </a:moveTo>
                  <a:lnTo>
                    <a:pt x="1765173" y="0"/>
                  </a:lnTo>
                  <a:lnTo>
                    <a:pt x="1765173" y="622427"/>
                  </a:lnTo>
                  <a:lnTo>
                    <a:pt x="0" y="622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 l="0" t="0" r="-1" b="4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7277100" y="7410450"/>
            <a:ext cx="2629205" cy="914400"/>
          </a:xfrm>
          <a:custGeom>
            <a:avLst/>
            <a:gdLst/>
            <a:ahLst/>
            <a:cxnLst/>
            <a:rect r="r" b="b" t="t" l="l"/>
            <a:pathLst>
              <a:path h="914400" w="2629205">
                <a:moveTo>
                  <a:pt x="0" y="0"/>
                </a:moveTo>
                <a:lnTo>
                  <a:pt x="2629205" y="0"/>
                </a:lnTo>
                <a:lnTo>
                  <a:pt x="262920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0531469" y="5330819"/>
            <a:ext cx="6940848" cy="3740448"/>
          </a:xfrm>
          <a:custGeom>
            <a:avLst/>
            <a:gdLst/>
            <a:ahLst/>
            <a:cxnLst/>
            <a:rect r="r" b="b" t="t" l="l"/>
            <a:pathLst>
              <a:path h="3740448" w="6940848">
                <a:moveTo>
                  <a:pt x="0" y="0"/>
                </a:moveTo>
                <a:lnTo>
                  <a:pt x="6940848" y="0"/>
                </a:lnTo>
                <a:lnTo>
                  <a:pt x="6940848" y="3740448"/>
                </a:lnTo>
                <a:lnTo>
                  <a:pt x="0" y="3740448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1039475" y="7896225"/>
            <a:ext cx="5924398" cy="742798"/>
            <a:chOff x="0" y="0"/>
            <a:chExt cx="3949598" cy="49519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49573" cy="495173"/>
            </a:xfrm>
            <a:custGeom>
              <a:avLst/>
              <a:gdLst/>
              <a:ahLst/>
              <a:cxnLst/>
              <a:rect r="r" b="b" t="t" l="l"/>
              <a:pathLst>
                <a:path h="495173" w="3949573">
                  <a:moveTo>
                    <a:pt x="0" y="0"/>
                  </a:moveTo>
                  <a:lnTo>
                    <a:pt x="3949573" y="0"/>
                  </a:lnTo>
                  <a:lnTo>
                    <a:pt x="3949573" y="495173"/>
                  </a:lnTo>
                  <a:lnTo>
                    <a:pt x="0" y="49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>
                <a:fillRect l="0" t="0" r="0" b="-5"/>
              </a:stretch>
            </a:blip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825494" y="9112244"/>
            <a:ext cx="16636994" cy="711194"/>
          </a:xfrm>
          <a:custGeom>
            <a:avLst/>
            <a:gdLst/>
            <a:ahLst/>
            <a:cxnLst/>
            <a:rect r="r" b="b" t="t" l="l"/>
            <a:pathLst>
              <a:path h="711194" w="16636994">
                <a:moveTo>
                  <a:pt x="0" y="0"/>
                </a:moveTo>
                <a:lnTo>
                  <a:pt x="16636993" y="0"/>
                </a:lnTo>
                <a:lnTo>
                  <a:pt x="16636993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1036294" y="7816844"/>
            <a:ext cx="5854694" cy="901998"/>
          </a:xfrm>
          <a:custGeom>
            <a:avLst/>
            <a:gdLst/>
            <a:ahLst/>
            <a:cxnLst/>
            <a:rect r="r" b="b" t="t" l="l"/>
            <a:pathLst>
              <a:path h="901998" w="5854694">
                <a:moveTo>
                  <a:pt x="0" y="0"/>
                </a:moveTo>
                <a:lnTo>
                  <a:pt x="5854693" y="0"/>
                </a:lnTo>
                <a:lnTo>
                  <a:pt x="5854693" y="901998"/>
                </a:lnTo>
                <a:lnTo>
                  <a:pt x="0" y="901998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952500" y="389896"/>
            <a:ext cx="3909212" cy="52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b="true" sz="306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COMMUNICATION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884953" y="389896"/>
            <a:ext cx="2373992" cy="52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b="true" sz="306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PROTOCOL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97019" y="1284141"/>
            <a:ext cx="42634" cy="22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b="true" sz="1237">
                <a:solidFill>
                  <a:srgbClr val="00F0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52500" y="1165029"/>
            <a:ext cx="5657115" cy="2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b="true" sz="1394">
                <a:solidFill>
                  <a:srgbClr val="00F0FF"/>
                </a:solidFill>
                <a:latin typeface="Inter Medium"/>
                <a:ea typeface="Inter Medium"/>
                <a:cs typeface="Inter Medium"/>
                <a:sym typeface="Inter Medium"/>
              </a:rPr>
              <a:t>ROBUSTACCOUSTICPACKETSTRUCTURE&amp;RELIABILITY LAYER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33500" y="5845835"/>
            <a:ext cx="2199094" cy="20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14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SUPPORTED PACKET TYPES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33500" y="2569235"/>
            <a:ext cx="3910470" cy="20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14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ACOUSTIC PACKET STRUCTURE (FRAME FORMAT)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307813" y="8246135"/>
            <a:ext cx="89630" cy="20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14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308099" y="7369835"/>
            <a:ext cx="89040" cy="20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14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322215" y="6493535"/>
            <a:ext cx="60198" cy="20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14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049000" y="5845835"/>
            <a:ext cx="2102910" cy="20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14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RELIABILITY MECHANISMS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880997" y="3056649"/>
            <a:ext cx="1613440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PREAMBLE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467375" y="3374269"/>
            <a:ext cx="4280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139582" y="4352049"/>
            <a:ext cx="2598477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TOTAL SEGMENTS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081471" y="4669669"/>
            <a:ext cx="4280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744650" y="3056649"/>
            <a:ext cx="1973066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PACKET TYPE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161312" y="4352049"/>
            <a:ext cx="2652065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PAYLOAD LENGTH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222911" y="4669669"/>
            <a:ext cx="4280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884281" y="3056649"/>
            <a:ext cx="1794072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MESSAGE ID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572900" y="3374269"/>
            <a:ext cx="4280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025623" y="4352049"/>
            <a:ext cx="2286171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PAYLOAD DATA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498959" y="4669669"/>
            <a:ext cx="4280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684993" y="3056649"/>
            <a:ext cx="2282361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PROTOCOL VER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708435" y="3374269"/>
            <a:ext cx="4280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361746" y="4352049"/>
            <a:ext cx="982580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CRC-16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613492" y="4669669"/>
            <a:ext cx="4280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883716" y="3056649"/>
            <a:ext cx="1982305" cy="3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SEQUENCE ID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532426" y="3374269"/>
            <a:ext cx="4280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028920" y="3374269"/>
            <a:ext cx="1378858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Sync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Sequence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650827" y="4669669"/>
            <a:ext cx="1664494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Total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Packet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Count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954334" y="3374269"/>
            <a:ext cx="1629480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JOIN/DATA/ACK...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799220" y="4669669"/>
            <a:ext cx="145972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8-bitByteCount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149209" y="3374269"/>
            <a:ext cx="132879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8-bitUniqueID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783669" y="4669669"/>
            <a:ext cx="2870511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Variable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Message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Bytes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UTF8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280115" y="3374269"/>
            <a:ext cx="1160126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4-bit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Version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182505" y="4669669"/>
            <a:ext cx="1398975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Error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Protection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4108735" y="3374269"/>
            <a:ext cx="1607534" cy="2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8-bit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Packet</a:t>
            </a:r>
            <a:r>
              <a:rPr lang="en-US" b="true" sz="1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399">
                <a:solidFill>
                  <a:srgbClr val="A0AEC0"/>
                </a:solidFill>
                <a:latin typeface="Inter Bold"/>
                <a:ea typeface="Inter Bold"/>
                <a:cs typeface="Inter Bold"/>
                <a:sym typeface="Inter Bold"/>
              </a:rPr>
              <a:t>Index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562100" y="6488087"/>
            <a:ext cx="2046256" cy="51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JOIN</a:t>
            </a:r>
          </a:p>
          <a:p>
            <a:pPr algn="l">
              <a:lnSpc>
                <a:spcPts val="1820"/>
              </a:lnSpc>
            </a:pP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Late-joining sync request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562100" y="7631087"/>
            <a:ext cx="1782375" cy="51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</a:t>
            </a:r>
            <a:r>
              <a:rPr lang="en-US" b="true" sz="1999">
                <a:solidFill>
                  <a:srgbClr val="E2E8F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algn="l">
              <a:lnSpc>
                <a:spcPts val="1820"/>
              </a:lnSpc>
            </a:pPr>
            <a:r>
              <a:rPr lang="en-US" b="true" sz="13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Activepacket payload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533900" y="7570127"/>
            <a:ext cx="1625251" cy="67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ACK</a:t>
            </a:r>
          </a:p>
          <a:p>
            <a:pPr algn="l">
              <a:lnSpc>
                <a:spcPts val="1560"/>
              </a:lnSpc>
            </a:pP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Successful delivery receipt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533900" y="6488087"/>
            <a:ext cx="1184510" cy="33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BEACON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180438" y="6781629"/>
            <a:ext cx="44787" cy="22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7505700" y="7570127"/>
            <a:ext cx="2117484" cy="67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NACK</a:t>
            </a:r>
            <a:r>
              <a:rPr lang="en-US" b="true" sz="1999">
                <a:solidFill>
                  <a:srgbClr val="A0AEC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algn="l">
              <a:lnSpc>
                <a:spcPts val="1560"/>
              </a:lnSpc>
            </a:pP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Corruptpacket retransmit ask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7505700" y="6389027"/>
            <a:ext cx="1292542" cy="33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REQUEST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8147437" y="6682569"/>
            <a:ext cx="44787" cy="22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533900" y="6781629"/>
            <a:ext cx="2160765" cy="22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Periodic</a:t>
            </a:r>
            <a:r>
              <a:rPr lang="en-US" b="true" sz="13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network</a:t>
            </a:r>
            <a:r>
              <a:rPr lang="en-US" b="true" sz="13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presence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7505700" y="6682569"/>
            <a:ext cx="1399927" cy="22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Specificsegment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505700" y="6880689"/>
            <a:ext cx="788956" cy="22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300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rPr>
              <a:t>download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658600" y="6292444"/>
            <a:ext cx="1501235" cy="29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b="true" sz="175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MESSAGE ID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2403969" y="6538455"/>
            <a:ext cx="47815" cy="2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1658600" y="7168744"/>
            <a:ext cx="1659007" cy="29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b="true" sz="175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SEQUENCE ID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474816" y="7414755"/>
            <a:ext cx="47815" cy="2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658600" y="8045044"/>
            <a:ext cx="2268931" cy="29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b="true" sz="1757">
                <a:solidFill>
                  <a:srgbClr val="00F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CRC-16 CHECKSUM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2380195" y="8291055"/>
            <a:ext cx="47815" cy="2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1658600" y="8291055"/>
            <a:ext cx="4955877" cy="2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Instantlydetectsanddiscards corrupted acoustic signals.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1658600" y="7414755"/>
            <a:ext cx="5061033" cy="2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Maintainsstrictpacket order and tracks missing segments.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1658600" y="6538455"/>
            <a:ext cx="5062461" cy="2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Uniquelyidentifiesthe current active transmission session.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5602834" y="9364618"/>
            <a:ext cx="7226027" cy="20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147">
                <a:solidFill>
                  <a:srgbClr val="1C356A"/>
                </a:solidFill>
                <a:latin typeface="Inter Bold"/>
                <a:ea typeface="Inter Bold"/>
                <a:cs typeface="Inter Bold"/>
                <a:sym typeface="Inter Bold"/>
              </a:rPr>
              <a:t>PREAMBLE  PACKET TYPE  MESSAGE ID  SEQUENCE ID  CRC16  ACOULINK PROTOCOL ENGINE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9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12192000" cy="6858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12192000" cy="685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25494" y="634994"/>
            <a:ext cx="16636994" cy="1644644"/>
          </a:xfrm>
          <a:custGeom>
            <a:avLst/>
            <a:gdLst/>
            <a:ahLst/>
            <a:cxnLst/>
            <a:rect r="r" b="b" t="t" l="l"/>
            <a:pathLst>
              <a:path h="1644644" w="16636994">
                <a:moveTo>
                  <a:pt x="0" y="0"/>
                </a:moveTo>
                <a:lnTo>
                  <a:pt x="16636993" y="0"/>
                </a:lnTo>
                <a:lnTo>
                  <a:pt x="16636993" y="1644643"/>
                </a:lnTo>
                <a:lnTo>
                  <a:pt x="0" y="164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81250" y="3686175"/>
            <a:ext cx="12573000" cy="1390802"/>
          </a:xfrm>
          <a:custGeom>
            <a:avLst/>
            <a:gdLst/>
            <a:ahLst/>
            <a:cxnLst/>
            <a:rect r="r" b="b" t="t" l="l"/>
            <a:pathLst>
              <a:path h="1390802" w="12573000">
                <a:moveTo>
                  <a:pt x="0" y="0"/>
                </a:moveTo>
                <a:lnTo>
                  <a:pt x="12573000" y="0"/>
                </a:lnTo>
                <a:lnTo>
                  <a:pt x="12573000" y="1390802"/>
                </a:lnTo>
                <a:lnTo>
                  <a:pt x="0" y="1390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381250" y="3686175"/>
            <a:ext cx="12573000" cy="1390802"/>
            <a:chOff x="0" y="0"/>
            <a:chExt cx="8382000" cy="9272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82000" cy="927227"/>
            </a:xfrm>
            <a:custGeom>
              <a:avLst/>
              <a:gdLst/>
              <a:ahLst/>
              <a:cxnLst/>
              <a:rect r="r" b="b" t="t" l="l"/>
              <a:pathLst>
                <a:path h="927227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927227"/>
                  </a:lnTo>
                  <a:lnTo>
                    <a:pt x="0" y="9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2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42309" y="3569760"/>
            <a:ext cx="2277866" cy="2277866"/>
          </a:xfrm>
          <a:custGeom>
            <a:avLst/>
            <a:gdLst/>
            <a:ahLst/>
            <a:cxnLst/>
            <a:rect r="r" b="b" t="t" l="l"/>
            <a:pathLst>
              <a:path h="2277866" w="2277866">
                <a:moveTo>
                  <a:pt x="0" y="0"/>
                </a:moveTo>
                <a:lnTo>
                  <a:pt x="2277865" y="0"/>
                </a:lnTo>
                <a:lnTo>
                  <a:pt x="2277865" y="2277866"/>
                </a:lnTo>
                <a:lnTo>
                  <a:pt x="0" y="22778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42309" y="3569760"/>
            <a:ext cx="2277866" cy="2277866"/>
            <a:chOff x="0" y="0"/>
            <a:chExt cx="1518577" cy="15185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8539" cy="1518539"/>
            </a:xfrm>
            <a:custGeom>
              <a:avLst/>
              <a:gdLst/>
              <a:ahLst/>
              <a:cxnLst/>
              <a:rect r="r" b="b" t="t" l="l"/>
              <a:pathLst>
                <a:path h="1518539" w="1518539">
                  <a:moveTo>
                    <a:pt x="0" y="0"/>
                  </a:moveTo>
                  <a:lnTo>
                    <a:pt x="1518539" y="0"/>
                  </a:lnTo>
                  <a:lnTo>
                    <a:pt x="1518539" y="1518539"/>
                  </a:lnTo>
                  <a:lnTo>
                    <a:pt x="0" y="151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2" b="-2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45617" y="3289192"/>
            <a:ext cx="2071421" cy="2838774"/>
          </a:xfrm>
          <a:custGeom>
            <a:avLst/>
            <a:gdLst/>
            <a:ahLst/>
            <a:cxnLst/>
            <a:rect r="r" b="b" t="t" l="l"/>
            <a:pathLst>
              <a:path h="2838774" w="2071421">
                <a:moveTo>
                  <a:pt x="0" y="0"/>
                </a:moveTo>
                <a:lnTo>
                  <a:pt x="2071421" y="0"/>
                </a:lnTo>
                <a:lnTo>
                  <a:pt x="2071421" y="2838774"/>
                </a:lnTo>
                <a:lnTo>
                  <a:pt x="0" y="28387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482969" y="2720969"/>
            <a:ext cx="3130848" cy="4654848"/>
          </a:xfrm>
          <a:custGeom>
            <a:avLst/>
            <a:gdLst/>
            <a:ahLst/>
            <a:cxnLst/>
            <a:rect r="r" b="b" t="t" l="l"/>
            <a:pathLst>
              <a:path h="4654848" w="3130848">
                <a:moveTo>
                  <a:pt x="0" y="0"/>
                </a:moveTo>
                <a:lnTo>
                  <a:pt x="3130848" y="0"/>
                </a:lnTo>
                <a:lnTo>
                  <a:pt x="3130848" y="4654848"/>
                </a:lnTo>
                <a:lnTo>
                  <a:pt x="0" y="46548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21469" y="2720969"/>
            <a:ext cx="3130848" cy="4654848"/>
          </a:xfrm>
          <a:custGeom>
            <a:avLst/>
            <a:gdLst/>
            <a:ahLst/>
            <a:cxnLst/>
            <a:rect r="r" b="b" t="t" l="l"/>
            <a:pathLst>
              <a:path h="4654848" w="3130848">
                <a:moveTo>
                  <a:pt x="0" y="0"/>
                </a:moveTo>
                <a:lnTo>
                  <a:pt x="3130848" y="0"/>
                </a:lnTo>
                <a:lnTo>
                  <a:pt x="3130848" y="4654848"/>
                </a:lnTo>
                <a:lnTo>
                  <a:pt x="0" y="465484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959969" y="2720969"/>
            <a:ext cx="3130848" cy="4654848"/>
          </a:xfrm>
          <a:custGeom>
            <a:avLst/>
            <a:gdLst/>
            <a:ahLst/>
            <a:cxnLst/>
            <a:rect r="r" b="b" t="t" l="l"/>
            <a:pathLst>
              <a:path h="4654848" w="3130848">
                <a:moveTo>
                  <a:pt x="0" y="0"/>
                </a:moveTo>
                <a:lnTo>
                  <a:pt x="3130848" y="0"/>
                </a:lnTo>
                <a:lnTo>
                  <a:pt x="3130848" y="4654848"/>
                </a:lnTo>
                <a:lnTo>
                  <a:pt x="0" y="465484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198469" y="2720969"/>
            <a:ext cx="5015732" cy="4654848"/>
          </a:xfrm>
          <a:custGeom>
            <a:avLst/>
            <a:gdLst/>
            <a:ahLst/>
            <a:cxnLst/>
            <a:rect r="r" b="b" t="t" l="l"/>
            <a:pathLst>
              <a:path h="4654848" w="5015732">
                <a:moveTo>
                  <a:pt x="0" y="0"/>
                </a:moveTo>
                <a:lnTo>
                  <a:pt x="5015731" y="0"/>
                </a:lnTo>
                <a:lnTo>
                  <a:pt x="5015731" y="4654848"/>
                </a:lnTo>
                <a:lnTo>
                  <a:pt x="0" y="465484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112090" y="3565246"/>
            <a:ext cx="1118959" cy="1777613"/>
          </a:xfrm>
          <a:custGeom>
            <a:avLst/>
            <a:gdLst/>
            <a:ahLst/>
            <a:cxnLst/>
            <a:rect r="r" b="b" t="t" l="l"/>
            <a:pathLst>
              <a:path h="1777613" w="1118959">
                <a:moveTo>
                  <a:pt x="0" y="0"/>
                </a:moveTo>
                <a:lnTo>
                  <a:pt x="1118959" y="0"/>
                </a:lnTo>
                <a:lnTo>
                  <a:pt x="1118959" y="1777612"/>
                </a:lnTo>
                <a:lnTo>
                  <a:pt x="0" y="177761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112090" y="3565246"/>
            <a:ext cx="1975104" cy="2194541"/>
            <a:chOff x="0" y="0"/>
            <a:chExt cx="1316736" cy="14630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673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6210845" y="3707873"/>
            <a:ext cx="921982" cy="1316622"/>
          </a:xfrm>
          <a:custGeom>
            <a:avLst/>
            <a:gdLst/>
            <a:ahLst/>
            <a:cxnLst/>
            <a:rect r="r" b="b" t="t" l="l"/>
            <a:pathLst>
              <a:path h="1316622" w="921982">
                <a:moveTo>
                  <a:pt x="0" y="0"/>
                </a:moveTo>
                <a:lnTo>
                  <a:pt x="921982" y="0"/>
                </a:lnTo>
                <a:lnTo>
                  <a:pt x="921982" y="1316622"/>
                </a:lnTo>
                <a:lnTo>
                  <a:pt x="0" y="131662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210845" y="3707873"/>
            <a:ext cx="921982" cy="1316622"/>
            <a:chOff x="0" y="0"/>
            <a:chExt cx="614655" cy="8777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4680" cy="877697"/>
            </a:xfrm>
            <a:custGeom>
              <a:avLst/>
              <a:gdLst/>
              <a:ahLst/>
              <a:cxnLst/>
              <a:rect r="r" b="b" t="t" l="l"/>
              <a:pathLst>
                <a:path h="877697" w="614680">
                  <a:moveTo>
                    <a:pt x="0" y="0"/>
                  </a:moveTo>
                  <a:lnTo>
                    <a:pt x="614680" y="0"/>
                  </a:lnTo>
                  <a:lnTo>
                    <a:pt x="614680" y="877697"/>
                  </a:lnTo>
                  <a:lnTo>
                    <a:pt x="0" y="87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4" b="-5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6880129" y="3345809"/>
            <a:ext cx="1118959" cy="1777613"/>
          </a:xfrm>
          <a:custGeom>
            <a:avLst/>
            <a:gdLst/>
            <a:ahLst/>
            <a:cxnLst/>
            <a:rect r="r" b="b" t="t" l="l"/>
            <a:pathLst>
              <a:path h="1777613" w="1118959">
                <a:moveTo>
                  <a:pt x="0" y="0"/>
                </a:moveTo>
                <a:lnTo>
                  <a:pt x="1118959" y="0"/>
                </a:lnTo>
                <a:lnTo>
                  <a:pt x="1118959" y="1777612"/>
                </a:lnTo>
                <a:lnTo>
                  <a:pt x="0" y="177761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880129" y="3345809"/>
            <a:ext cx="1118959" cy="1777613"/>
            <a:chOff x="0" y="0"/>
            <a:chExt cx="745973" cy="11850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5998" cy="1185037"/>
            </a:xfrm>
            <a:custGeom>
              <a:avLst/>
              <a:gdLst/>
              <a:ahLst/>
              <a:cxnLst/>
              <a:rect r="r" b="b" t="t" l="l"/>
              <a:pathLst>
                <a:path h="1185037" w="745998">
                  <a:moveTo>
                    <a:pt x="0" y="0"/>
                  </a:moveTo>
                  <a:lnTo>
                    <a:pt x="745998" y="0"/>
                  </a:lnTo>
                  <a:lnTo>
                    <a:pt x="745998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3" b="-3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978884" y="3488436"/>
            <a:ext cx="921982" cy="1316622"/>
          </a:xfrm>
          <a:custGeom>
            <a:avLst/>
            <a:gdLst/>
            <a:ahLst/>
            <a:cxnLst/>
            <a:rect r="r" b="b" t="t" l="l"/>
            <a:pathLst>
              <a:path h="1316622" w="921982">
                <a:moveTo>
                  <a:pt x="0" y="0"/>
                </a:moveTo>
                <a:lnTo>
                  <a:pt x="921982" y="0"/>
                </a:lnTo>
                <a:lnTo>
                  <a:pt x="921982" y="1316622"/>
                </a:lnTo>
                <a:lnTo>
                  <a:pt x="0" y="131662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978884" y="3488436"/>
            <a:ext cx="921982" cy="1316622"/>
            <a:chOff x="0" y="0"/>
            <a:chExt cx="614655" cy="8777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4680" cy="877697"/>
            </a:xfrm>
            <a:custGeom>
              <a:avLst/>
              <a:gdLst/>
              <a:ahLst/>
              <a:cxnLst/>
              <a:rect r="r" b="b" t="t" l="l"/>
              <a:pathLst>
                <a:path h="877697" w="614680">
                  <a:moveTo>
                    <a:pt x="0" y="0"/>
                  </a:moveTo>
                  <a:lnTo>
                    <a:pt x="614680" y="0"/>
                  </a:lnTo>
                  <a:lnTo>
                    <a:pt x="614680" y="877697"/>
                  </a:lnTo>
                  <a:lnTo>
                    <a:pt x="0" y="87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4" b="-5"/>
              </a:stretch>
            </a:blip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6007563" y="3767423"/>
            <a:ext cx="1789862" cy="2031397"/>
          </a:xfrm>
          <a:custGeom>
            <a:avLst/>
            <a:gdLst/>
            <a:ahLst/>
            <a:cxnLst/>
            <a:rect r="r" b="b" t="t" l="l"/>
            <a:pathLst>
              <a:path h="2031397" w="1789862">
                <a:moveTo>
                  <a:pt x="0" y="0"/>
                </a:moveTo>
                <a:lnTo>
                  <a:pt x="1789861" y="0"/>
                </a:lnTo>
                <a:lnTo>
                  <a:pt x="1789861" y="2031397"/>
                </a:lnTo>
                <a:lnTo>
                  <a:pt x="0" y="203139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6134550" y="4596594"/>
            <a:ext cx="460991" cy="153429"/>
            <a:chOff x="0" y="0"/>
            <a:chExt cx="307327" cy="10228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7340" cy="102235"/>
            </a:xfrm>
            <a:custGeom>
              <a:avLst/>
              <a:gdLst/>
              <a:ahLst/>
              <a:cxnLst/>
              <a:rect r="r" b="b" t="t" l="l"/>
              <a:pathLst>
                <a:path h="102235" w="307340">
                  <a:moveTo>
                    <a:pt x="0" y="0"/>
                  </a:moveTo>
                  <a:lnTo>
                    <a:pt x="307340" y="0"/>
                  </a:lnTo>
                  <a:lnTo>
                    <a:pt x="307340" y="102235"/>
                  </a:lnTo>
                  <a:lnTo>
                    <a:pt x="0" y="102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4" b="-49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952500" y="8372475"/>
            <a:ext cx="16383000" cy="19050"/>
          </a:xfrm>
          <a:custGeom>
            <a:avLst/>
            <a:gdLst/>
            <a:ahLst/>
            <a:cxnLst/>
            <a:rect r="r" b="b" t="t" l="l"/>
            <a:pathLst>
              <a:path h="19050" w="16383000">
                <a:moveTo>
                  <a:pt x="0" y="0"/>
                </a:moveTo>
                <a:lnTo>
                  <a:pt x="16383000" y="0"/>
                </a:lnTo>
                <a:lnTo>
                  <a:pt x="16383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52500" y="8763000"/>
            <a:ext cx="16383000" cy="571805"/>
          </a:xfrm>
          <a:custGeom>
            <a:avLst/>
            <a:gdLst/>
            <a:ahLst/>
            <a:cxnLst/>
            <a:rect r="r" b="b" t="t" l="l"/>
            <a:pathLst>
              <a:path h="571805" w="16383000">
                <a:moveTo>
                  <a:pt x="0" y="0"/>
                </a:moveTo>
                <a:lnTo>
                  <a:pt x="16383000" y="0"/>
                </a:lnTo>
                <a:lnTo>
                  <a:pt x="16383000" y="571805"/>
                </a:lnTo>
                <a:lnTo>
                  <a:pt x="0" y="57180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52500" y="784250"/>
            <a:ext cx="4923930" cy="96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1"/>
              </a:lnSpc>
            </a:pPr>
            <a:r>
              <a:rPr lang="en-US" b="true" sz="517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FUTURE SCOPE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28826" y="1596619"/>
            <a:ext cx="830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2500" y="1596619"/>
            <a:ext cx="1026610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Fromacousticprototypetoresilient communication infrastructure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6823" y="4185056"/>
            <a:ext cx="1090212" cy="88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b="true" sz="1863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TODAY</a:t>
            </a:r>
          </a:p>
          <a:p>
            <a:pPr algn="ctr">
              <a:lnSpc>
                <a:spcPts val="2095"/>
              </a:lnSpc>
            </a:pPr>
            <a:r>
              <a:rPr lang="en-US" sz="1746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AcouLink Prototype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68531" y="4480579"/>
            <a:ext cx="60408" cy="32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5"/>
              </a:lnSpc>
            </a:pPr>
            <a:r>
              <a:rPr lang="en-US" sz="1746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00652" y="3068955"/>
            <a:ext cx="3886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F0FF"/>
                </a:solidFill>
                <a:latin typeface="Arimo"/>
                <a:ea typeface="Arimo"/>
                <a:cs typeface="Arimo"/>
                <a:sym typeface="Arimo"/>
              </a:rPr>
              <a:t>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239152" y="3068955"/>
            <a:ext cx="3886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F0FF"/>
                </a:solidFill>
                <a:latin typeface="Arimo"/>
                <a:ea typeface="Arimo"/>
                <a:cs typeface="Arimo"/>
                <a:sym typeface="Arimo"/>
              </a:rPr>
              <a:t>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77652" y="3068955"/>
            <a:ext cx="3886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F0FF"/>
                </a:solidFill>
                <a:latin typeface="Arimo"/>
                <a:ea typeface="Arimo"/>
                <a:cs typeface="Arimo"/>
                <a:sym typeface="Arimo"/>
              </a:rPr>
              <a:t>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16152" y="3068955"/>
            <a:ext cx="3886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F0FF"/>
                </a:solidFill>
                <a:latin typeface="Arimo"/>
                <a:ea typeface="Arimo"/>
                <a:cs typeface="Arimo"/>
                <a:sym typeface="Arimo"/>
              </a:rPr>
              <a:t>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533900" y="3131401"/>
            <a:ext cx="1513027" cy="55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b="true" sz="1480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01 • OPTIMIZE</a:t>
            </a:r>
          </a:p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Better Acoustics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762500" y="4125125"/>
            <a:ext cx="1513046" cy="171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Improved synchronization</a:t>
            </a:r>
          </a:p>
          <a:p>
            <a:pPr algn="l">
              <a:lnSpc>
                <a:spcPts val="2675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Higher </a:t>
            </a:r>
          </a:p>
          <a:p>
            <a:pPr algn="l">
              <a:lnSpc>
                <a:spcPts val="8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transmission </a:t>
            </a:r>
          </a:p>
          <a:p>
            <a:pPr algn="l">
              <a:lnSpc>
                <a:spcPts val="2675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efficiency</a:t>
            </a:r>
          </a:p>
          <a:p>
            <a:pPr algn="l">
              <a:lnSpc>
                <a:spcPts val="17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Better range and reliability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72400" y="3131401"/>
            <a:ext cx="1530991" cy="55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b="true" sz="1480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02 • ADAPT</a:t>
            </a:r>
          </a:p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Smarter Comms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001000" y="4125125"/>
            <a:ext cx="1538364" cy="171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Adaptive frequency selection</a:t>
            </a:r>
          </a:p>
          <a:p>
            <a:pPr algn="l">
              <a:lnSpc>
                <a:spcPts val="2675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Improved noise </a:t>
            </a:r>
          </a:p>
          <a:p>
            <a:pPr algn="l">
              <a:lnSpc>
                <a:spcPts val="8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tolerance</a:t>
            </a:r>
          </a:p>
          <a:p>
            <a:pPr algn="l">
              <a:lnSpc>
                <a:spcPts val="3575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Intelligent error </a:t>
            </a:r>
          </a:p>
          <a:p>
            <a:pPr algn="l">
              <a:lnSpc>
                <a:spcPts val="740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recovery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010900" y="3131401"/>
            <a:ext cx="1304354" cy="55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b="true" sz="1480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03 • SCALE</a:t>
            </a:r>
          </a:p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Larger Groups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39500" y="4125125"/>
            <a:ext cx="1513046" cy="193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Efficient collision avoidance</a:t>
            </a:r>
          </a:p>
          <a:p>
            <a:pPr algn="just">
              <a:lnSpc>
                <a:spcPts val="2675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Faster group </a:t>
            </a:r>
          </a:p>
          <a:p>
            <a:pPr algn="just">
              <a:lnSpc>
                <a:spcPts val="8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synchronization</a:t>
            </a:r>
          </a:p>
          <a:p>
            <a:pPr algn="just">
              <a:lnSpc>
                <a:spcPts val="3575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Support for </a:t>
            </a:r>
          </a:p>
          <a:p>
            <a:pPr algn="just">
              <a:lnSpc>
                <a:spcPts val="740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massive </a:t>
            </a:r>
          </a:p>
          <a:p>
            <a:pPr algn="just">
              <a:lnSpc>
                <a:spcPts val="2812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receivers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249400" y="3131401"/>
            <a:ext cx="1438618" cy="55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b="true" sz="1480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04 • DEPLOY</a:t>
            </a:r>
          </a:p>
          <a:p>
            <a:pPr algn="l">
              <a:lnSpc>
                <a:spcPts val="1942"/>
              </a:lnSpc>
            </a:pPr>
            <a:r>
              <a:rPr lang="en-US" b="true" sz="13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Real-World Use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478000" y="4125125"/>
            <a:ext cx="1383449" cy="199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Emergency &amp; local alerts</a:t>
            </a:r>
          </a:p>
          <a:p>
            <a:pPr algn="l">
              <a:lnSpc>
                <a:spcPts val="2675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Classrooms &amp; </a:t>
            </a:r>
          </a:p>
          <a:p>
            <a:pPr algn="l">
              <a:lnSpc>
                <a:spcPts val="876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campuses</a:t>
            </a:r>
          </a:p>
          <a:p>
            <a:pPr algn="l">
              <a:lnSpc>
                <a:spcPts val="3575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Museums &amp; </a:t>
            </a:r>
          </a:p>
          <a:p>
            <a:pPr algn="l">
              <a:lnSpc>
                <a:spcPts val="740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guided info</a:t>
            </a:r>
          </a:p>
          <a:p>
            <a:pPr algn="l">
              <a:lnSpc>
                <a:spcPts val="3700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Offline event </a:t>
            </a:r>
          </a:p>
          <a:p>
            <a:pPr algn="l">
              <a:lnSpc>
                <a:spcPts val="740"/>
              </a:lnSpc>
            </a:pPr>
            <a:r>
              <a:rPr lang="en-US" sz="148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messaging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91857" y="4083158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191857" y="4591412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191857" y="5325218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430357" y="4083158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430357" y="4816964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430357" y="5325218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668857" y="4083158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668857" y="4816964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668857" y="5325218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907357" y="4083158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907357" y="4591412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907357" y="5099666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907357" y="5607920"/>
            <a:ext cx="115805" cy="25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48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765143" y="4294975"/>
            <a:ext cx="749637" cy="63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b="true" sz="1497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VISION</a:t>
            </a:r>
          </a:p>
          <a:p>
            <a:pPr algn="l">
              <a:lnSpc>
                <a:spcPts val="1520"/>
              </a:lnSpc>
            </a:pPr>
            <a:r>
              <a:rPr lang="en-US" sz="126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Resilient Acoustic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896607" y="4899774"/>
            <a:ext cx="437274" cy="22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3"/>
              </a:lnSpc>
            </a:pPr>
            <a:r>
              <a:rPr lang="en-US" sz="126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Layer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718617" y="8883091"/>
            <a:ext cx="11071517" cy="42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0F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“Make sound-based communication faster, smarter, and more resilient.”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12192000" cy="6858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2847975"/>
            <a:ext cx="18288000" cy="1162202"/>
          </a:xfrm>
          <a:custGeom>
            <a:avLst/>
            <a:gdLst/>
            <a:ahLst/>
            <a:cxnLst/>
            <a:rect r="r" b="b" t="t" l="l"/>
            <a:pathLst>
              <a:path h="1162202" w="18288000">
                <a:moveTo>
                  <a:pt x="0" y="0"/>
                </a:moveTo>
                <a:lnTo>
                  <a:pt x="18288000" y="0"/>
                </a:lnTo>
                <a:lnTo>
                  <a:pt x="18288000" y="1162202"/>
                </a:lnTo>
                <a:lnTo>
                  <a:pt x="0" y="1162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2847975"/>
            <a:ext cx="18288000" cy="1162202"/>
            <a:chOff x="0" y="0"/>
            <a:chExt cx="12192000" cy="7748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774827"/>
            </a:xfrm>
            <a:custGeom>
              <a:avLst/>
              <a:gdLst/>
              <a:ahLst/>
              <a:cxnLst/>
              <a:rect r="r" b="b" t="t" l="l"/>
              <a:pathLst>
                <a:path h="774827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74827"/>
                  </a:lnTo>
                  <a:lnTo>
                    <a:pt x="0" y="774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2" t="0" r="0" b="3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6276975"/>
            <a:ext cx="18288000" cy="1162202"/>
          </a:xfrm>
          <a:custGeom>
            <a:avLst/>
            <a:gdLst/>
            <a:ahLst/>
            <a:cxnLst/>
            <a:rect r="r" b="b" t="t" l="l"/>
            <a:pathLst>
              <a:path h="1162202" w="18288000">
                <a:moveTo>
                  <a:pt x="0" y="0"/>
                </a:moveTo>
                <a:lnTo>
                  <a:pt x="18288000" y="0"/>
                </a:lnTo>
                <a:lnTo>
                  <a:pt x="18288000" y="1162202"/>
                </a:lnTo>
                <a:lnTo>
                  <a:pt x="0" y="1162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6276975"/>
            <a:ext cx="18288000" cy="1162202"/>
            <a:chOff x="0" y="0"/>
            <a:chExt cx="12192000" cy="7748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0" cy="774827"/>
            </a:xfrm>
            <a:custGeom>
              <a:avLst/>
              <a:gdLst/>
              <a:ahLst/>
              <a:cxnLst/>
              <a:rect r="r" b="b" t="t" l="l"/>
              <a:pathLst>
                <a:path h="774827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74827"/>
                  </a:lnTo>
                  <a:lnTo>
                    <a:pt x="0" y="774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2" t="0" r="0" b="3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42975" y="0"/>
            <a:ext cx="16021202" cy="10287000"/>
          </a:xfrm>
          <a:custGeom>
            <a:avLst/>
            <a:gdLst/>
            <a:ahLst/>
            <a:cxnLst/>
            <a:rect r="r" b="b" t="t" l="l"/>
            <a:pathLst>
              <a:path h="10287000" w="16021202">
                <a:moveTo>
                  <a:pt x="0" y="0"/>
                </a:moveTo>
                <a:lnTo>
                  <a:pt x="16021202" y="0"/>
                </a:lnTo>
                <a:lnTo>
                  <a:pt x="160212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42975" y="0"/>
            <a:ext cx="16021202" cy="10287000"/>
            <a:chOff x="0" y="0"/>
            <a:chExt cx="10680802" cy="685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80827" cy="6858000"/>
            </a:xfrm>
            <a:custGeom>
              <a:avLst/>
              <a:gdLst/>
              <a:ahLst/>
              <a:cxnLst/>
              <a:rect r="r" b="b" t="t" l="l"/>
              <a:pathLst>
                <a:path h="6858000" w="10680827">
                  <a:moveTo>
                    <a:pt x="0" y="0"/>
                  </a:moveTo>
                  <a:lnTo>
                    <a:pt x="10680827" y="0"/>
                  </a:lnTo>
                  <a:lnTo>
                    <a:pt x="1068082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25494" y="634994"/>
            <a:ext cx="16636994" cy="7740644"/>
          </a:xfrm>
          <a:custGeom>
            <a:avLst/>
            <a:gdLst/>
            <a:ahLst/>
            <a:cxnLst/>
            <a:rect r="r" b="b" t="t" l="l"/>
            <a:pathLst>
              <a:path h="7740644" w="16636994">
                <a:moveTo>
                  <a:pt x="0" y="0"/>
                </a:moveTo>
                <a:lnTo>
                  <a:pt x="16636993" y="0"/>
                </a:lnTo>
                <a:lnTo>
                  <a:pt x="16636993" y="7740643"/>
                </a:lnTo>
                <a:lnTo>
                  <a:pt x="0" y="77406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324100" y="2228850"/>
            <a:ext cx="6019800" cy="6019800"/>
            <a:chOff x="0" y="0"/>
            <a:chExt cx="4013200" cy="4013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13200" cy="4013200"/>
            </a:xfrm>
            <a:custGeom>
              <a:avLst/>
              <a:gdLst/>
              <a:ahLst/>
              <a:cxnLst/>
              <a:rect r="r" b="b" t="t" l="l"/>
              <a:pathLst>
                <a:path h="4013200" w="4013200">
                  <a:moveTo>
                    <a:pt x="0" y="0"/>
                  </a:moveTo>
                  <a:lnTo>
                    <a:pt x="4013200" y="0"/>
                  </a:lnTo>
                  <a:lnTo>
                    <a:pt x="4013200" y="4013200"/>
                  </a:lnTo>
                  <a:lnTo>
                    <a:pt x="0" y="401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467225" y="4371975"/>
            <a:ext cx="1733398" cy="1733398"/>
          </a:xfrm>
          <a:custGeom>
            <a:avLst/>
            <a:gdLst/>
            <a:ahLst/>
            <a:cxnLst/>
            <a:rect r="r" b="b" t="t" l="l"/>
            <a:pathLst>
              <a:path h="1733398" w="1733398">
                <a:moveTo>
                  <a:pt x="0" y="0"/>
                </a:moveTo>
                <a:lnTo>
                  <a:pt x="1733398" y="0"/>
                </a:lnTo>
                <a:lnTo>
                  <a:pt x="1733398" y="1733398"/>
                </a:lnTo>
                <a:lnTo>
                  <a:pt x="0" y="17333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467225" y="4371975"/>
            <a:ext cx="1733398" cy="1733398"/>
            <a:chOff x="0" y="0"/>
            <a:chExt cx="1155598" cy="11555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0"/>
                  </a:moveTo>
                  <a:lnTo>
                    <a:pt x="1155573" y="0"/>
                  </a:lnTo>
                  <a:lnTo>
                    <a:pt x="1155573" y="1155573"/>
                  </a:lnTo>
                  <a:lnTo>
                    <a:pt x="0" y="1155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2" b="-2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3886200" y="3790950"/>
            <a:ext cx="2895600" cy="2895600"/>
          </a:xfrm>
          <a:custGeom>
            <a:avLst/>
            <a:gdLst/>
            <a:ahLst/>
            <a:cxnLst/>
            <a:rect r="r" b="b" t="t" l="l"/>
            <a:pathLst>
              <a:path h="2895600" w="2895600">
                <a:moveTo>
                  <a:pt x="0" y="0"/>
                </a:moveTo>
                <a:lnTo>
                  <a:pt x="2895600" y="0"/>
                </a:lnTo>
                <a:lnTo>
                  <a:pt x="2895600" y="2895600"/>
                </a:lnTo>
                <a:lnTo>
                  <a:pt x="0" y="28956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886200" y="3790950"/>
            <a:ext cx="2895600" cy="2895600"/>
            <a:chOff x="0" y="0"/>
            <a:chExt cx="1930400" cy="1930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304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930400">
                  <a:moveTo>
                    <a:pt x="0" y="0"/>
                  </a:moveTo>
                  <a:lnTo>
                    <a:pt x="1930400" y="0"/>
                  </a:lnTo>
                  <a:lnTo>
                    <a:pt x="19304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3219450" y="3124200"/>
            <a:ext cx="4229405" cy="4229405"/>
          </a:xfrm>
          <a:custGeom>
            <a:avLst/>
            <a:gdLst/>
            <a:ahLst/>
            <a:cxnLst/>
            <a:rect r="r" b="b" t="t" l="l"/>
            <a:pathLst>
              <a:path h="4229405" w="4229405">
                <a:moveTo>
                  <a:pt x="0" y="0"/>
                </a:moveTo>
                <a:lnTo>
                  <a:pt x="4229405" y="0"/>
                </a:lnTo>
                <a:lnTo>
                  <a:pt x="4229405" y="4229405"/>
                </a:lnTo>
                <a:lnTo>
                  <a:pt x="0" y="42294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219450" y="3124200"/>
            <a:ext cx="4229405" cy="4229405"/>
            <a:chOff x="0" y="0"/>
            <a:chExt cx="2819603" cy="28196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19654" cy="2819654"/>
            </a:xfrm>
            <a:custGeom>
              <a:avLst/>
              <a:gdLst/>
              <a:ahLst/>
              <a:cxnLst/>
              <a:rect r="r" b="b" t="t" l="l"/>
              <a:pathLst>
                <a:path h="2819654" w="2819654">
                  <a:moveTo>
                    <a:pt x="0" y="0"/>
                  </a:moveTo>
                  <a:lnTo>
                    <a:pt x="2819654" y="0"/>
                  </a:lnTo>
                  <a:lnTo>
                    <a:pt x="2819654" y="2819654"/>
                  </a:lnTo>
                  <a:lnTo>
                    <a:pt x="0" y="2819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1" b="1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562225" y="2466975"/>
            <a:ext cx="5543398" cy="5543398"/>
          </a:xfrm>
          <a:custGeom>
            <a:avLst/>
            <a:gdLst/>
            <a:ahLst/>
            <a:cxnLst/>
            <a:rect r="r" b="b" t="t" l="l"/>
            <a:pathLst>
              <a:path h="5543398" w="5543398">
                <a:moveTo>
                  <a:pt x="0" y="0"/>
                </a:moveTo>
                <a:lnTo>
                  <a:pt x="5543398" y="0"/>
                </a:lnTo>
                <a:lnTo>
                  <a:pt x="5543398" y="5543398"/>
                </a:lnTo>
                <a:lnTo>
                  <a:pt x="0" y="554339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562225" y="2466975"/>
            <a:ext cx="5543398" cy="5543398"/>
            <a:chOff x="0" y="0"/>
            <a:chExt cx="3695598" cy="36955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95573" cy="3695573"/>
            </a:xfrm>
            <a:custGeom>
              <a:avLst/>
              <a:gdLst/>
              <a:ahLst/>
              <a:cxnLst/>
              <a:rect r="r" b="b" t="t" l="l"/>
              <a:pathLst>
                <a:path h="3695573" w="3695573">
                  <a:moveTo>
                    <a:pt x="0" y="0"/>
                  </a:moveTo>
                  <a:lnTo>
                    <a:pt x="3695573" y="0"/>
                  </a:lnTo>
                  <a:lnTo>
                    <a:pt x="3695573" y="3695573"/>
                  </a:lnTo>
                  <a:lnTo>
                    <a:pt x="0" y="3695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77981" y="5011731"/>
            <a:ext cx="1882959" cy="606742"/>
          </a:xfrm>
          <a:custGeom>
            <a:avLst/>
            <a:gdLst/>
            <a:ahLst/>
            <a:cxnLst/>
            <a:rect r="r" b="b" t="t" l="l"/>
            <a:pathLst>
              <a:path h="606742" w="1882959">
                <a:moveTo>
                  <a:pt x="0" y="0"/>
                </a:moveTo>
                <a:lnTo>
                  <a:pt x="1882959" y="0"/>
                </a:lnTo>
                <a:lnTo>
                  <a:pt x="1882959" y="606743"/>
                </a:lnTo>
                <a:lnTo>
                  <a:pt x="0" y="60674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339969" y="5864219"/>
            <a:ext cx="1035044" cy="1568444"/>
          </a:xfrm>
          <a:custGeom>
            <a:avLst/>
            <a:gdLst/>
            <a:ahLst/>
            <a:cxnLst/>
            <a:rect r="r" b="b" t="t" l="l"/>
            <a:pathLst>
              <a:path h="1568444" w="1035044">
                <a:moveTo>
                  <a:pt x="0" y="0"/>
                </a:moveTo>
                <a:lnTo>
                  <a:pt x="1035043" y="0"/>
                </a:lnTo>
                <a:lnTo>
                  <a:pt x="1035043" y="1568443"/>
                </a:lnTo>
                <a:lnTo>
                  <a:pt x="0" y="156844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863969" y="6530969"/>
            <a:ext cx="1035044" cy="1568444"/>
          </a:xfrm>
          <a:custGeom>
            <a:avLst/>
            <a:gdLst/>
            <a:ahLst/>
            <a:cxnLst/>
            <a:rect r="r" b="b" t="t" l="l"/>
            <a:pathLst>
              <a:path h="1568444" w="1035044">
                <a:moveTo>
                  <a:pt x="0" y="0"/>
                </a:moveTo>
                <a:lnTo>
                  <a:pt x="1035043" y="0"/>
                </a:lnTo>
                <a:lnTo>
                  <a:pt x="1035043" y="1568443"/>
                </a:lnTo>
                <a:lnTo>
                  <a:pt x="0" y="156844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659306" y="3097206"/>
            <a:ext cx="1349407" cy="2111407"/>
          </a:xfrm>
          <a:custGeom>
            <a:avLst/>
            <a:gdLst/>
            <a:ahLst/>
            <a:cxnLst/>
            <a:rect r="r" b="b" t="t" l="l"/>
            <a:pathLst>
              <a:path h="2111407" w="1349407">
                <a:moveTo>
                  <a:pt x="0" y="0"/>
                </a:moveTo>
                <a:lnTo>
                  <a:pt x="1349407" y="0"/>
                </a:lnTo>
                <a:lnTo>
                  <a:pt x="1349407" y="2111407"/>
                </a:lnTo>
                <a:lnTo>
                  <a:pt x="0" y="211140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440231" y="5678481"/>
            <a:ext cx="1787557" cy="606742"/>
          </a:xfrm>
          <a:custGeom>
            <a:avLst/>
            <a:gdLst/>
            <a:ahLst/>
            <a:cxnLst/>
            <a:rect r="r" b="b" t="t" l="l"/>
            <a:pathLst>
              <a:path h="606742" w="1787557">
                <a:moveTo>
                  <a:pt x="0" y="0"/>
                </a:moveTo>
                <a:lnTo>
                  <a:pt x="1787557" y="0"/>
                </a:lnTo>
                <a:lnTo>
                  <a:pt x="1787557" y="606743"/>
                </a:lnTo>
                <a:lnTo>
                  <a:pt x="0" y="606743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768969" y="6530969"/>
            <a:ext cx="1035044" cy="1568444"/>
          </a:xfrm>
          <a:custGeom>
            <a:avLst/>
            <a:gdLst/>
            <a:ahLst/>
            <a:cxnLst/>
            <a:rect r="r" b="b" t="t" l="l"/>
            <a:pathLst>
              <a:path h="1568444" w="1035044">
                <a:moveTo>
                  <a:pt x="0" y="0"/>
                </a:moveTo>
                <a:lnTo>
                  <a:pt x="1035043" y="0"/>
                </a:lnTo>
                <a:lnTo>
                  <a:pt x="1035043" y="1568443"/>
                </a:lnTo>
                <a:lnTo>
                  <a:pt x="0" y="156844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059481" y="2630481"/>
            <a:ext cx="1787557" cy="606743"/>
          </a:xfrm>
          <a:custGeom>
            <a:avLst/>
            <a:gdLst/>
            <a:ahLst/>
            <a:cxnLst/>
            <a:rect r="r" b="b" t="t" l="l"/>
            <a:pathLst>
              <a:path h="606743" w="1787557">
                <a:moveTo>
                  <a:pt x="0" y="0"/>
                </a:moveTo>
                <a:lnTo>
                  <a:pt x="1787557" y="0"/>
                </a:lnTo>
                <a:lnTo>
                  <a:pt x="1787557" y="606743"/>
                </a:lnTo>
                <a:lnTo>
                  <a:pt x="0" y="606743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202481" y="5011731"/>
            <a:ext cx="2263940" cy="606742"/>
          </a:xfrm>
          <a:custGeom>
            <a:avLst/>
            <a:gdLst/>
            <a:ahLst/>
            <a:cxnLst/>
            <a:rect r="r" b="b" t="t" l="l"/>
            <a:pathLst>
              <a:path h="606742" w="2263940">
                <a:moveTo>
                  <a:pt x="0" y="0"/>
                </a:moveTo>
                <a:lnTo>
                  <a:pt x="2263940" y="0"/>
                </a:lnTo>
                <a:lnTo>
                  <a:pt x="2263940" y="606743"/>
                </a:lnTo>
                <a:lnTo>
                  <a:pt x="0" y="606743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292969" y="5864219"/>
            <a:ext cx="1035044" cy="1568444"/>
          </a:xfrm>
          <a:custGeom>
            <a:avLst/>
            <a:gdLst/>
            <a:ahLst/>
            <a:cxnLst/>
            <a:rect r="r" b="b" t="t" l="l"/>
            <a:pathLst>
              <a:path h="1568444" w="1035044">
                <a:moveTo>
                  <a:pt x="0" y="0"/>
                </a:moveTo>
                <a:lnTo>
                  <a:pt x="1035043" y="0"/>
                </a:lnTo>
                <a:lnTo>
                  <a:pt x="1035043" y="1568443"/>
                </a:lnTo>
                <a:lnTo>
                  <a:pt x="0" y="156844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531469" y="4054469"/>
            <a:ext cx="844848" cy="844848"/>
          </a:xfrm>
          <a:custGeom>
            <a:avLst/>
            <a:gdLst/>
            <a:ahLst/>
            <a:cxnLst/>
            <a:rect r="r" b="b" t="t" l="l"/>
            <a:pathLst>
              <a:path h="844848" w="844848">
                <a:moveTo>
                  <a:pt x="0" y="0"/>
                </a:moveTo>
                <a:lnTo>
                  <a:pt x="844848" y="0"/>
                </a:lnTo>
                <a:lnTo>
                  <a:pt x="844848" y="844848"/>
                </a:lnTo>
                <a:lnTo>
                  <a:pt x="0" y="84484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531469" y="5197469"/>
            <a:ext cx="844848" cy="844848"/>
          </a:xfrm>
          <a:custGeom>
            <a:avLst/>
            <a:gdLst/>
            <a:ahLst/>
            <a:cxnLst/>
            <a:rect r="r" b="b" t="t" l="l"/>
            <a:pathLst>
              <a:path h="844848" w="844848">
                <a:moveTo>
                  <a:pt x="0" y="0"/>
                </a:moveTo>
                <a:lnTo>
                  <a:pt x="844848" y="0"/>
                </a:lnTo>
                <a:lnTo>
                  <a:pt x="844848" y="844848"/>
                </a:lnTo>
                <a:lnTo>
                  <a:pt x="0" y="84484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531469" y="6340469"/>
            <a:ext cx="844848" cy="844848"/>
          </a:xfrm>
          <a:custGeom>
            <a:avLst/>
            <a:gdLst/>
            <a:ahLst/>
            <a:cxnLst/>
            <a:rect r="r" b="b" t="t" l="l"/>
            <a:pathLst>
              <a:path h="844848" w="844848">
                <a:moveTo>
                  <a:pt x="0" y="0"/>
                </a:moveTo>
                <a:lnTo>
                  <a:pt x="844848" y="0"/>
                </a:lnTo>
                <a:lnTo>
                  <a:pt x="844848" y="844848"/>
                </a:lnTo>
                <a:lnTo>
                  <a:pt x="0" y="84484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52500" y="8467725"/>
            <a:ext cx="16383000" cy="19050"/>
          </a:xfrm>
          <a:custGeom>
            <a:avLst/>
            <a:gdLst/>
            <a:ahLst/>
            <a:cxnLst/>
            <a:rect r="r" b="b" t="t" l="l"/>
            <a:pathLst>
              <a:path h="19050" w="16383000">
                <a:moveTo>
                  <a:pt x="0" y="0"/>
                </a:moveTo>
                <a:lnTo>
                  <a:pt x="16383000" y="0"/>
                </a:lnTo>
                <a:lnTo>
                  <a:pt x="16383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52500" y="8858250"/>
            <a:ext cx="16383000" cy="571805"/>
          </a:xfrm>
          <a:custGeom>
            <a:avLst/>
            <a:gdLst/>
            <a:ahLst/>
            <a:cxnLst/>
            <a:rect r="r" b="b" t="t" l="l"/>
            <a:pathLst>
              <a:path h="571805" w="16383000">
                <a:moveTo>
                  <a:pt x="0" y="0"/>
                </a:moveTo>
                <a:lnTo>
                  <a:pt x="16383000" y="0"/>
                </a:lnTo>
                <a:lnTo>
                  <a:pt x="16383000" y="571805"/>
                </a:lnTo>
                <a:lnTo>
                  <a:pt x="0" y="571805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531469" y="2254244"/>
            <a:ext cx="6931323" cy="5302244"/>
          </a:xfrm>
          <a:custGeom>
            <a:avLst/>
            <a:gdLst/>
            <a:ahLst/>
            <a:cxnLst/>
            <a:rect r="r" b="b" t="t" l="l"/>
            <a:pathLst>
              <a:path h="5302244" w="6931323">
                <a:moveTo>
                  <a:pt x="0" y="0"/>
                </a:moveTo>
                <a:lnTo>
                  <a:pt x="6931323" y="0"/>
                </a:lnTo>
                <a:lnTo>
                  <a:pt x="6931323" y="5302243"/>
                </a:lnTo>
                <a:lnTo>
                  <a:pt x="0" y="5302243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952500" y="554041"/>
            <a:ext cx="2287981" cy="82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8"/>
              </a:lnSpc>
            </a:pPr>
            <a:r>
              <a:rPr lang="en-US" b="true" sz="442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IMPACT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97329" y="1482319"/>
            <a:ext cx="830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2500" y="1482319"/>
            <a:ext cx="1088350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Turning ordinary smartphones into network-free communication nodes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002707" y="5194516"/>
            <a:ext cx="125815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00F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AudioRecord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969535" y="3857815"/>
            <a:ext cx="743826" cy="468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SENDER</a:t>
            </a:r>
          </a:p>
          <a:p>
            <a:pPr algn="ctr">
              <a:lnSpc>
                <a:spcPts val="1539"/>
              </a:lnSpc>
            </a:pPr>
            <a:r>
              <a:rPr lang="en-US" sz="10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AcouLink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841748" y="5861266"/>
            <a:ext cx="100420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00F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FSK / BFSK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409754" y="2813266"/>
            <a:ext cx="110872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00F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AudioTrack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454913" y="5194516"/>
            <a:ext cx="179426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00F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Goertzel Detection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528468" y="6419374"/>
            <a:ext cx="701916" cy="2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RECEIVER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831249" y="6587014"/>
            <a:ext cx="53569" cy="2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052468" y="7086124"/>
            <a:ext cx="701916" cy="2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RECEIVER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341647" y="7253764"/>
            <a:ext cx="81363" cy="2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957468" y="7086124"/>
            <a:ext cx="701916" cy="2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RECEIVER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244266" y="7253764"/>
            <a:ext cx="86201" cy="2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481468" y="6419374"/>
            <a:ext cx="701916" cy="2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RECEIVER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58017" y="6587014"/>
            <a:ext cx="107156" cy="2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668000" y="2381231"/>
            <a:ext cx="3050038" cy="53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WHY IT MATTERS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785177" y="6614560"/>
            <a:ext cx="344310" cy="37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794321" y="5471560"/>
            <a:ext cx="325660" cy="37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798645" y="4328560"/>
            <a:ext cx="316859" cy="37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823391" y="3185560"/>
            <a:ext cx="266338" cy="37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00F0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525250" y="5340553"/>
            <a:ext cx="2566035" cy="40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2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RELIABLE DELIVERY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603929" y="5664441"/>
            <a:ext cx="58807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525250" y="6483553"/>
            <a:ext cx="3381661" cy="40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2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ZERO EXTRA HARDWARE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360832" y="6807441"/>
            <a:ext cx="58807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525250" y="3054553"/>
            <a:ext cx="3356591" cy="40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2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 NETWORK REQUIRED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178570" y="3378441"/>
            <a:ext cx="58807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525250" y="4197553"/>
            <a:ext cx="3982993" cy="40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2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ONE-TO-MANY BROADCAST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966981" y="4521441"/>
            <a:ext cx="58807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525250" y="3378441"/>
            <a:ext cx="5511394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Workswithout Internet,Wi-Fi,Bluetooth, or cellular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525250" y="3637521"/>
            <a:ext cx="2403900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infrastructure entirely.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525250" y="4521441"/>
            <a:ext cx="5703418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Onesendercan seamlesslytransmitinformation to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525250" y="4780521"/>
            <a:ext cx="2689308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multiple nearby devices.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525250" y="5664441"/>
            <a:ext cx="5702103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CRC-16 checksumsandACK/NACK retransmissions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525250" y="5923521"/>
            <a:ext cx="2730703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recover missing packets.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525250" y="6807441"/>
            <a:ext cx="5935751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Deploys instantlyusingstandard built-in smartphone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525250" y="7066521"/>
            <a:ext cx="3059716" cy="3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speakers and microphones.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815916" y="8954643"/>
            <a:ext cx="8829389" cy="47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“Communication without networks — </a:t>
            </a:r>
            <a:r>
              <a:rPr lang="en-US" b="true" sz="2599">
                <a:solidFill>
                  <a:srgbClr val="00F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using sound</a:t>
            </a:r>
            <a:r>
              <a:rPr lang="en-US" b="true" sz="25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.”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88" cy="10295001"/>
            <a:chOff x="0" y="0"/>
            <a:chExt cx="24403050" cy="13726668"/>
          </a:xfrm>
        </p:grpSpPr>
        <p:sp>
          <p:nvSpPr>
            <p:cNvPr name="Freeform 3" id="3" descr="_page_10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DAHUwcxuMf8</dc:identifier>
  <dcterms:modified xsi:type="dcterms:W3CDTF">2011-08-01T06:04:30Z</dcterms:modified>
  <cp:revision>1</cp:revision>
  <dc:title>Turning ordinary smartphones into network-free communication nodes</dc:title>
</cp:coreProperties>
</file>